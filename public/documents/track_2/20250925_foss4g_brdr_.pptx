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5" r:id="rId4"/>
  </p:sldMasterIdLst>
  <p:notesMasterIdLst>
    <p:notesMasterId r:id="rId25"/>
  </p:notesMasterIdLst>
  <p:sldIdLst>
    <p:sldId id="256" r:id="rId5"/>
    <p:sldId id="358" r:id="rId6"/>
    <p:sldId id="364" r:id="rId7"/>
    <p:sldId id="402" r:id="rId8"/>
    <p:sldId id="390" r:id="rId9"/>
    <p:sldId id="258" r:id="rId10"/>
    <p:sldId id="263" r:id="rId11"/>
    <p:sldId id="378" r:id="rId12"/>
    <p:sldId id="376" r:id="rId13"/>
    <p:sldId id="365" r:id="rId14"/>
    <p:sldId id="379" r:id="rId15"/>
    <p:sldId id="399" r:id="rId16"/>
    <p:sldId id="398" r:id="rId17"/>
    <p:sldId id="377" r:id="rId18"/>
    <p:sldId id="265" r:id="rId19"/>
    <p:sldId id="261" r:id="rId20"/>
    <p:sldId id="400" r:id="rId21"/>
    <p:sldId id="401" r:id="rId22"/>
    <p:sldId id="375" r:id="rId23"/>
    <p:sldId id="366" r:id="rId24"/>
  </p:sldIdLst>
  <p:sldSz cx="12192000" cy="6858000"/>
  <p:notesSz cx="6858000" cy="9144000"/>
  <p:embeddedFontLst>
    <p:embeddedFont>
      <p:font typeface="Plus Jakarta Sans" panose="020B060402020202020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B116558B-53D7-47D1-8D2F-6408A5821812}">
          <p14:sldIdLst>
            <p14:sldId id="256"/>
            <p14:sldId id="358"/>
            <p14:sldId id="364"/>
            <p14:sldId id="402"/>
            <p14:sldId id="390"/>
            <p14:sldId id="258"/>
            <p14:sldId id="263"/>
            <p14:sldId id="378"/>
            <p14:sldId id="376"/>
            <p14:sldId id="365"/>
            <p14:sldId id="379"/>
            <p14:sldId id="399"/>
            <p14:sldId id="398"/>
            <p14:sldId id="377"/>
            <p14:sldId id="265"/>
            <p14:sldId id="261"/>
            <p14:sldId id="400"/>
            <p14:sldId id="401"/>
            <p14:sldId id="375"/>
            <p14:sldId id="3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0" userDrawn="1">
          <p15:clr>
            <a:srgbClr val="A4A3A4"/>
          </p15:clr>
        </p15:guide>
        <p15:guide id="2" pos="3817" userDrawn="1">
          <p15:clr>
            <a:srgbClr val="A4A3A4"/>
          </p15:clr>
        </p15:guide>
        <p15:guide id="3" pos="735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046EB03-52EF-9341-7AAA-C41282A4A5DE}" name="Hillewaere Valerie" initials="VH" userId="S::valerie.hillewaere@athumi.eu::a3cd8eff-2a82-4312-a7c1-eac5f35f913a" providerId="AD"/>
  <p188:author id="{B7E1E706-B2E8-E70F-90EA-3699A5A3933A}" name="Karel Dieussaert" initials="KD" userId="S::karel.dieussaert@geosolutions.be::25362131-4d5f-4b85-b1a1-5a7b44980067" providerId="AD"/>
  <p188:author id="{CC1FFE07-67D8-40B9-37DC-38B3EBFFECB3}" name="Van Eyken Bavo" initials="VB" userId="S::bavo.vaneyken@athumi.eu::66dbd84d-084f-4605-bf43-13a49cf1d074" providerId="AD"/>
  <p188:author id="{4D09BE09-AE8C-9D47-0F52-6D453FDA1D54}" name="Van Outryve Frederik" initials="" userId="S::frederik.vanoutryve@athumi.eu::f3a4a99a-b7be-4a30-802c-8574cd6a5241" providerId="AD"/>
  <p188:author id="{13F53C10-CBB5-EFE1-6052-474B71CEEEA4}" name="Ryckaert Kurt" initials="RK" userId="S::kurt.ryckaert@vlaanderen.be::0d74081d-11d8-405b-bd52-c56b0c763de8" providerId="AD"/>
  <p188:author id="{0BDE3316-E5EB-AD55-B95F-0E54C7D004CB}" name="De Bruyne Ruth" initials="DR" userId="S::ruth.debruyne@athumi.eu::580ebd3b-c823-4fed-9cba-2f19eba44f1a" providerId="AD"/>
  <p188:author id="{539AB617-ECD1-806B-A751-5AC91D12CEF7}" name="Evelyne  Devos" initials="ED" userId="S::evelyne.devos@amigo.earth::ac6e915e-dcd3-4569-b9a4-cf723fdac782" providerId="AD"/>
  <p188:author id="{9A61FB21-DE69-5F60-28C2-DB85C04E40A5}" name="Smits Sarah" initials="SS" userId="S::sarah.smits@athumi.eu::dfd25022-0792-47fd-8fca-fb20d01a7a86" providerId="AD"/>
  <p188:author id="{F64AF22D-98FA-0321-B133-A00DD601A4CB}" name="Parmentier Sammy" initials="PS" userId="S::sammy.parmentier@athumi.eu::98b7c32d-0a48-4a35-96a7-18c5464c3bbe" providerId="AD"/>
  <p188:author id="{18586C4A-10A6-B5AF-C8B8-9E0112D038C9}" name="Van den Brande David" initials="VD" userId="S::david.vandenbrande@athumi.eu::954134aa-f5b7-4afb-9439-0435142e719a" providerId="AD"/>
  <p188:author id="{3751B958-3DAF-1637-3421-CB438C5B9D31}" name="Buyle Raf" initials="BR" userId="S::raf.buyle@vlaanderen.be::292d8e9b-d377-4632-a23e-df2a5bd704b0" providerId="AD"/>
  <p188:author id="{5B853472-16A4-EF2D-1F94-234871D31514}" name="De Vidts Björn" initials="BD" userId="S::bjorn.devidts@athumi.eu::fc0ea0c3-5ba9-4b90-b82a-d534bbba07c3" providerId="AD"/>
  <p188:author id="{262B498D-976F-FF56-37D2-84DB642358CB}" name="Deweirdt Eline" initials="DE" userId="S::eline.deweirdt@athumi.eu::400a823d-a36a-4ff8-9665-b704b60de36c" providerId="AD"/>
  <p188:author id="{8D47FF91-1081-28E4-095D-7C2856D040A6}" name="Bauwens Dorien" initials="BD" userId="S::dorien.bauwens@vlaanderen.be::fe1e15c2-7c56-49a1-90ec-13d0525c2851" providerId="AD"/>
  <p188:author id="{056936AD-A6D1-FBA0-8F32-0A82543800B2}" name="Callens Nils" initials="CN" userId="S::nils.callens@athumi.eu::70e2ef63-9de3-49e1-82bd-834decc75fb2" providerId="AD"/>
  <p188:author id="{A9499FBD-51C0-0ACF-5569-381FB6339EF3}" name="Rob Van Hooreweder" initials="RVH" userId="S::vanhoro@cronos.be::88a4ca3a-4d24-4e53-b68b-8279b601d9df" providerId="AD"/>
  <p188:author id="{76DD08FF-8BC7-ED5C-7FFB-8D6DA6651F8B}" name="Bourgeus Bregt" initials="BB" userId="S::bregt.bourgeus@vlaanderen.be::474be015-70c1-4931-92ae-9aaa9e15dec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8C4F"/>
    <a:srgbClr val="448AD1"/>
    <a:srgbClr val="FFE4C3"/>
    <a:srgbClr val="371953"/>
    <a:srgbClr val="FCC18F"/>
    <a:srgbClr val="FAA868"/>
    <a:srgbClr val="FFCC8E"/>
    <a:srgbClr val="F27E44"/>
    <a:srgbClr val="FCAF67"/>
    <a:srgbClr val="F79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90A2FB-6866-4F2E-BC7E-21FF46D2CEF2}" v="1043" dt="2025-09-22T21:52:28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90" autoAdjust="0"/>
  </p:normalViewPr>
  <p:slideViewPr>
    <p:cSldViewPr snapToGrid="0">
      <p:cViewPr varScale="1">
        <p:scale>
          <a:sx n="92" d="100"/>
          <a:sy n="92" d="100"/>
        </p:scale>
        <p:origin x="720" y="108"/>
      </p:cViewPr>
      <p:guideLst>
        <p:guide orient="horz" pos="300"/>
        <p:guide pos="3817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elyne  Devos" userId="S::evelyne.devos@amigo.earth::ac6e915e-dcd3-4569-b9a4-cf723fdac782" providerId="AD" clId="Web-{6584E7A9-6F62-280E-81B8-EA8B5373EB62}"/>
    <pc:docChg chg="modSld">
      <pc:chgData name="Evelyne  Devos" userId="S::evelyne.devos@amigo.earth::ac6e915e-dcd3-4569-b9a4-cf723fdac782" providerId="AD" clId="Web-{6584E7A9-6F62-280E-81B8-EA8B5373EB62}" dt="2025-05-15T09:28:44.943" v="266" actId="20577"/>
      <pc:docMkLst>
        <pc:docMk/>
      </pc:docMkLst>
      <pc:sldChg chg="modSp">
        <pc:chgData name="Evelyne  Devos" userId="S::evelyne.devos@amigo.earth::ac6e915e-dcd3-4569-b9a4-cf723fdac782" providerId="AD" clId="Web-{6584E7A9-6F62-280E-81B8-EA8B5373EB62}" dt="2025-05-15T09:28:44.943" v="266" actId="20577"/>
        <pc:sldMkLst>
          <pc:docMk/>
          <pc:sldMk cId="1243972452" sldId="364"/>
        </pc:sldMkLst>
      </pc:sldChg>
    </pc:docChg>
  </pc:docChgLst>
  <pc:docChgLst>
    <pc:chgData name="Karel Dieussaert" userId="25362131-4d5f-4b85-b1a1-5a7b44980067" providerId="ADAL" clId="{12CAE46A-0AB5-47A5-8D1D-0516C1388825}"/>
    <pc:docChg chg="undo redo custSel addSld delSld modSld sldOrd delSection modSection">
      <pc:chgData name="Karel Dieussaert" userId="25362131-4d5f-4b85-b1a1-5a7b44980067" providerId="ADAL" clId="{12CAE46A-0AB5-47A5-8D1D-0516C1388825}" dt="2025-05-22T16:26:55.081" v="12516"/>
      <pc:docMkLst>
        <pc:docMk/>
      </pc:docMkLst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3424360732" sldId="288"/>
        </pc:sldMkLst>
      </pc:sldChg>
      <pc:sldChg chg="modSp mod">
        <pc:chgData name="Karel Dieussaert" userId="25362131-4d5f-4b85-b1a1-5a7b44980067" providerId="ADAL" clId="{12CAE46A-0AB5-47A5-8D1D-0516C1388825}" dt="2025-05-21T06:48:13.540" v="7754" actId="20577"/>
        <pc:sldMkLst>
          <pc:docMk/>
          <pc:sldMk cId="3242594460" sldId="323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3709648944" sldId="325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3905991841" sldId="327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2043825087" sldId="330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2301257461" sldId="331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2611214454" sldId="332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2833482322" sldId="333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3019973584" sldId="334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170740630" sldId="335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3926761734" sldId="337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1223337603" sldId="338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2542135054" sldId="339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3257421524" sldId="340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2202145294" sldId="341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2832335488" sldId="342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1621503405" sldId="343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1315644184" sldId="344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3593293144" sldId="346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4232430461" sldId="347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2356718812" sldId="349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4166227944" sldId="350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3090090240" sldId="352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3183530478" sldId="353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3109966156" sldId="354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217362004" sldId="355"/>
        </pc:sldMkLst>
      </pc:sldChg>
      <pc:sldChg chg="del mod ord modShow">
        <pc:chgData name="Karel Dieussaert" userId="25362131-4d5f-4b85-b1a1-5a7b44980067" providerId="ADAL" clId="{12CAE46A-0AB5-47A5-8D1D-0516C1388825}" dt="2025-05-21T09:17:23.263" v="9415" actId="2696"/>
        <pc:sldMkLst>
          <pc:docMk/>
          <pc:sldMk cId="1555457533" sldId="356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2429152081" sldId="357"/>
        </pc:sldMkLst>
      </pc:sldChg>
      <pc:sldChg chg="new del">
        <pc:chgData name="Karel Dieussaert" userId="25362131-4d5f-4b85-b1a1-5a7b44980067" providerId="ADAL" clId="{12CAE46A-0AB5-47A5-8D1D-0516C1388825}" dt="2025-05-09T14:41:07.018" v="80" actId="47"/>
        <pc:sldMkLst>
          <pc:docMk/>
          <pc:sldMk cId="2938825556" sldId="357"/>
        </pc:sldMkLst>
      </pc:sldChg>
      <pc:sldChg chg="addSp delSp modSp new mod ord">
        <pc:chgData name="Karel Dieussaert" userId="25362131-4d5f-4b85-b1a1-5a7b44980067" providerId="ADAL" clId="{12CAE46A-0AB5-47A5-8D1D-0516C1388825}" dt="2025-05-22T16:25:11.667" v="12515" actId="14100"/>
        <pc:sldMkLst>
          <pc:docMk/>
          <pc:sldMk cId="488320916" sldId="358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582540053" sldId="358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2433780709" sldId="359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528716995" sldId="360"/>
        </pc:sldMkLst>
      </pc:sldChg>
      <pc:sldChg chg="del">
        <pc:chgData name="Karel Dieussaert" userId="25362131-4d5f-4b85-b1a1-5a7b44980067" providerId="ADAL" clId="{12CAE46A-0AB5-47A5-8D1D-0516C1388825}" dt="2025-05-19T13:37:53.935" v="2661" actId="2696"/>
        <pc:sldMkLst>
          <pc:docMk/>
          <pc:sldMk cId="2096797245" sldId="360"/>
        </pc:sldMkLst>
      </pc:sldChg>
      <pc:sldChg chg="del">
        <pc:chgData name="Karel Dieussaert" userId="25362131-4d5f-4b85-b1a1-5a7b44980067" providerId="ADAL" clId="{12CAE46A-0AB5-47A5-8D1D-0516C1388825}" dt="2025-05-09T14:25:12.024" v="0" actId="47"/>
        <pc:sldMkLst>
          <pc:docMk/>
          <pc:sldMk cId="1699478602" sldId="361"/>
        </pc:sldMkLst>
      </pc:sldChg>
      <pc:sldChg chg="modSp new del mod ord modShow modCm">
        <pc:chgData name="Karel Dieussaert" userId="25362131-4d5f-4b85-b1a1-5a7b44980067" providerId="ADAL" clId="{12CAE46A-0AB5-47A5-8D1D-0516C1388825}" dt="2025-05-21T09:17:36.745" v="9416" actId="2696"/>
        <pc:sldMkLst>
          <pc:docMk/>
          <pc:sldMk cId="2229416142" sldId="36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Karel Dieussaert" userId="25362131-4d5f-4b85-b1a1-5a7b44980067" providerId="ADAL" clId="{12CAE46A-0AB5-47A5-8D1D-0516C1388825}" dt="2025-05-20T08:53:09.655" v="6449" actId="20577"/>
              <pc2:cmMkLst xmlns:pc2="http://schemas.microsoft.com/office/powerpoint/2019/9/main/command">
                <pc:docMk/>
                <pc:sldMk cId="2229416142" sldId="361"/>
                <pc2:cmMk id="{19524C11-F379-4B8E-9674-6F3A52EBB2B9}"/>
              </pc2:cmMkLst>
            </pc226:cmChg>
            <pc226:cmChg xmlns:pc226="http://schemas.microsoft.com/office/powerpoint/2022/06/main/command" chg="mod">
              <pc226:chgData name="Karel Dieussaert" userId="25362131-4d5f-4b85-b1a1-5a7b44980067" providerId="ADAL" clId="{12CAE46A-0AB5-47A5-8D1D-0516C1388825}" dt="2025-05-20T08:53:09.655" v="6449" actId="20577"/>
              <pc2:cmMkLst xmlns:pc2="http://schemas.microsoft.com/office/powerpoint/2019/9/main/command">
                <pc:docMk/>
                <pc:sldMk cId="2229416142" sldId="361"/>
                <pc2:cmMk id="{7C1D6975-0071-457B-9BDC-4AD0C2486E49}"/>
              </pc2:cmMkLst>
            </pc226:cmChg>
          </p:ext>
        </pc:extLst>
      </pc:sldChg>
      <pc:sldChg chg="modSp new del mod ord modShow">
        <pc:chgData name="Karel Dieussaert" userId="25362131-4d5f-4b85-b1a1-5a7b44980067" providerId="ADAL" clId="{12CAE46A-0AB5-47A5-8D1D-0516C1388825}" dt="2025-05-21T09:17:51.620" v="9417" actId="2696"/>
        <pc:sldMkLst>
          <pc:docMk/>
          <pc:sldMk cId="4018794074" sldId="362"/>
        </pc:sldMkLst>
      </pc:sldChg>
      <pc:sldChg chg="modSp new del mod modShow">
        <pc:chgData name="Karel Dieussaert" userId="25362131-4d5f-4b85-b1a1-5a7b44980067" providerId="ADAL" clId="{12CAE46A-0AB5-47A5-8D1D-0516C1388825}" dt="2025-05-19T15:36:01.354" v="4102" actId="2696"/>
        <pc:sldMkLst>
          <pc:docMk/>
          <pc:sldMk cId="59812433" sldId="363"/>
        </pc:sldMkLst>
      </pc:sldChg>
      <pc:sldChg chg="new del">
        <pc:chgData name="Karel Dieussaert" userId="25362131-4d5f-4b85-b1a1-5a7b44980067" providerId="ADAL" clId="{12CAE46A-0AB5-47A5-8D1D-0516C1388825}" dt="2025-05-13T14:33:27.875" v="1263" actId="47"/>
        <pc:sldMkLst>
          <pc:docMk/>
          <pc:sldMk cId="155559149" sldId="364"/>
        </pc:sldMkLst>
      </pc:sldChg>
      <pc:sldChg chg="addSp modSp new mod">
        <pc:chgData name="Karel Dieussaert" userId="25362131-4d5f-4b85-b1a1-5a7b44980067" providerId="ADAL" clId="{12CAE46A-0AB5-47A5-8D1D-0516C1388825}" dt="2025-05-21T12:13:22" v="9730" actId="20577"/>
        <pc:sldMkLst>
          <pc:docMk/>
          <pc:sldMk cId="1243972452" sldId="364"/>
        </pc:sldMkLst>
      </pc:sldChg>
      <pc:sldChg chg="addSp delSp modSp new mod ord delAnim modAnim">
        <pc:chgData name="Karel Dieussaert" userId="25362131-4d5f-4b85-b1a1-5a7b44980067" providerId="ADAL" clId="{12CAE46A-0AB5-47A5-8D1D-0516C1388825}" dt="2025-05-21T19:37:18.805" v="10765"/>
        <pc:sldMkLst>
          <pc:docMk/>
          <pc:sldMk cId="3754659774" sldId="365"/>
        </pc:sldMkLst>
      </pc:sldChg>
      <pc:sldChg chg="modSp new mod modCm">
        <pc:chgData name="Karel Dieussaert" userId="25362131-4d5f-4b85-b1a1-5a7b44980067" providerId="ADAL" clId="{12CAE46A-0AB5-47A5-8D1D-0516C1388825}" dt="2025-05-21T20:05:48.835" v="11692" actId="20577"/>
        <pc:sldMkLst>
          <pc:docMk/>
          <pc:sldMk cId="860854586" sldId="36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Karel Dieussaert" userId="25362131-4d5f-4b85-b1a1-5a7b44980067" providerId="ADAL" clId="{12CAE46A-0AB5-47A5-8D1D-0516C1388825}" dt="2025-05-19T13:36:35.626" v="2657" actId="20577"/>
              <pc2:cmMkLst xmlns:pc2="http://schemas.microsoft.com/office/powerpoint/2019/9/main/command">
                <pc:docMk/>
                <pc:sldMk cId="860854586" sldId="366"/>
                <pc2:cmMk id="{59396F39-7E69-4099-9503-54F4A78883AA}"/>
              </pc2:cmMkLst>
            </pc226:cmChg>
          </p:ext>
        </pc:extLst>
      </pc:sldChg>
      <pc:sldChg chg="addSp delSp modSp new mod">
        <pc:chgData name="Karel Dieussaert" userId="25362131-4d5f-4b85-b1a1-5a7b44980067" providerId="ADAL" clId="{12CAE46A-0AB5-47A5-8D1D-0516C1388825}" dt="2025-05-21T14:53:29.661" v="10764" actId="20577"/>
        <pc:sldMkLst>
          <pc:docMk/>
          <pc:sldMk cId="3402763438" sldId="367"/>
        </pc:sldMkLst>
      </pc:sldChg>
      <pc:sldChg chg="addSp delSp modSp new mod ord">
        <pc:chgData name="Karel Dieussaert" userId="25362131-4d5f-4b85-b1a1-5a7b44980067" providerId="ADAL" clId="{12CAE46A-0AB5-47A5-8D1D-0516C1388825}" dt="2025-05-21T07:44:01.306" v="7986" actId="14100"/>
        <pc:sldMkLst>
          <pc:docMk/>
          <pc:sldMk cId="752118432" sldId="368"/>
        </pc:sldMkLst>
      </pc:sldChg>
      <pc:sldChg chg="del">
        <pc:chgData name="Karel Dieussaert" userId="25362131-4d5f-4b85-b1a1-5a7b44980067" providerId="ADAL" clId="{12CAE46A-0AB5-47A5-8D1D-0516C1388825}" dt="2025-05-21T14:46:19.057" v="10705" actId="2696"/>
        <pc:sldMkLst>
          <pc:docMk/>
          <pc:sldMk cId="1439793174" sldId="370"/>
        </pc:sldMkLst>
      </pc:sldChg>
      <pc:sldChg chg="addSp delSp modSp mod modAnim">
        <pc:chgData name="Karel Dieussaert" userId="25362131-4d5f-4b85-b1a1-5a7b44980067" providerId="ADAL" clId="{12CAE46A-0AB5-47A5-8D1D-0516C1388825}" dt="2025-05-21T12:16:12.075" v="9742" actId="1076"/>
        <pc:sldMkLst>
          <pc:docMk/>
          <pc:sldMk cId="3590906967" sldId="371"/>
        </pc:sldMkLst>
      </pc:sldChg>
      <pc:sldChg chg="addSp delSp modSp mod modClrScheme modAnim modShow chgLayout">
        <pc:chgData name="Karel Dieussaert" userId="25362131-4d5f-4b85-b1a1-5a7b44980067" providerId="ADAL" clId="{12CAE46A-0AB5-47A5-8D1D-0516C1388825}" dt="2025-05-22T16:26:55.081" v="12516"/>
        <pc:sldMkLst>
          <pc:docMk/>
          <pc:sldMk cId="960647915" sldId="372"/>
        </pc:sldMkLst>
      </pc:sldChg>
      <pc:sldChg chg="modSp del mod">
        <pc:chgData name="Karel Dieussaert" userId="25362131-4d5f-4b85-b1a1-5a7b44980067" providerId="ADAL" clId="{12CAE46A-0AB5-47A5-8D1D-0516C1388825}" dt="2025-05-19T15:35:04.493" v="4091" actId="2696"/>
        <pc:sldMkLst>
          <pc:docMk/>
          <pc:sldMk cId="2794788547" sldId="373"/>
        </pc:sldMkLst>
      </pc:sldChg>
      <pc:sldChg chg="modSp del mod ord">
        <pc:chgData name="Karel Dieussaert" userId="25362131-4d5f-4b85-b1a1-5a7b44980067" providerId="ADAL" clId="{12CAE46A-0AB5-47A5-8D1D-0516C1388825}" dt="2025-05-21T09:18:09.363" v="9418" actId="2696"/>
        <pc:sldMkLst>
          <pc:docMk/>
          <pc:sldMk cId="3542551121" sldId="374"/>
        </pc:sldMkLst>
      </pc:sldChg>
      <pc:sldChg chg="modSp new mod">
        <pc:chgData name="Karel Dieussaert" userId="25362131-4d5f-4b85-b1a1-5a7b44980067" providerId="ADAL" clId="{12CAE46A-0AB5-47A5-8D1D-0516C1388825}" dt="2025-05-21T20:05:02.461" v="11691" actId="20577"/>
        <pc:sldMkLst>
          <pc:docMk/>
          <pc:sldMk cId="1518186776" sldId="375"/>
        </pc:sldMkLst>
      </pc:sldChg>
      <pc:sldChg chg="addSp modSp add mod ord modAnim">
        <pc:chgData name="Karel Dieussaert" userId="25362131-4d5f-4b85-b1a1-5a7b44980067" providerId="ADAL" clId="{12CAE46A-0AB5-47A5-8D1D-0516C1388825}" dt="2025-05-21T11:31:12.256" v="9560" actId="20577"/>
        <pc:sldMkLst>
          <pc:docMk/>
          <pc:sldMk cId="2322693329" sldId="376"/>
        </pc:sldMkLst>
      </pc:sldChg>
      <pc:sldChg chg="addSp delSp modSp new mod modAnim">
        <pc:chgData name="Karel Dieussaert" userId="25362131-4d5f-4b85-b1a1-5a7b44980067" providerId="ADAL" clId="{12CAE46A-0AB5-47A5-8D1D-0516C1388825}" dt="2025-05-21T12:27:36.089" v="9915" actId="20577"/>
        <pc:sldMkLst>
          <pc:docMk/>
          <pc:sldMk cId="4272467430" sldId="377"/>
        </pc:sldMkLst>
      </pc:sldChg>
      <pc:sldChg chg="addSp modSp new mod modAnim">
        <pc:chgData name="Karel Dieussaert" userId="25362131-4d5f-4b85-b1a1-5a7b44980067" providerId="ADAL" clId="{12CAE46A-0AB5-47A5-8D1D-0516C1388825}" dt="2025-05-21T06:49:09.648" v="7775" actId="14100"/>
        <pc:sldMkLst>
          <pc:docMk/>
          <pc:sldMk cId="642389249" sldId="378"/>
        </pc:sldMkLst>
      </pc:sldChg>
      <pc:sldChg chg="addSp delSp modSp new mod">
        <pc:chgData name="Karel Dieussaert" userId="25362131-4d5f-4b85-b1a1-5a7b44980067" providerId="ADAL" clId="{12CAE46A-0AB5-47A5-8D1D-0516C1388825}" dt="2025-05-21T19:38:12.211" v="10772" actId="20577"/>
        <pc:sldMkLst>
          <pc:docMk/>
          <pc:sldMk cId="2122797936" sldId="379"/>
        </pc:sldMkLst>
      </pc:sldChg>
      <pc:sldChg chg="addSp delSp modSp new del mod">
        <pc:chgData name="Karel Dieussaert" userId="25362131-4d5f-4b85-b1a1-5a7b44980067" providerId="ADAL" clId="{12CAE46A-0AB5-47A5-8D1D-0516C1388825}" dt="2025-05-20T06:42:19.526" v="4363" actId="2696"/>
        <pc:sldMkLst>
          <pc:docMk/>
          <pc:sldMk cId="1895343568" sldId="380"/>
        </pc:sldMkLst>
      </pc:sldChg>
      <pc:sldChg chg="modSp new mod modNotesTx">
        <pc:chgData name="Karel Dieussaert" userId="25362131-4d5f-4b85-b1a1-5a7b44980067" providerId="ADAL" clId="{12CAE46A-0AB5-47A5-8D1D-0516C1388825}" dt="2025-05-22T16:22:35.424" v="12477" actId="20577"/>
        <pc:sldMkLst>
          <pc:docMk/>
          <pc:sldMk cId="3526477083" sldId="380"/>
        </pc:sldMkLst>
      </pc:sldChg>
      <pc:sldChg chg="modSp new mod modNotesTx">
        <pc:chgData name="Karel Dieussaert" userId="25362131-4d5f-4b85-b1a1-5a7b44980067" providerId="ADAL" clId="{12CAE46A-0AB5-47A5-8D1D-0516C1388825}" dt="2025-05-22T16:23:28.362" v="12481" actId="20577"/>
        <pc:sldMkLst>
          <pc:docMk/>
          <pc:sldMk cId="1833114946" sldId="381"/>
        </pc:sldMkLst>
      </pc:sldChg>
      <pc:sldChg chg="modSp new mod modNotesTx">
        <pc:chgData name="Karel Dieussaert" userId="25362131-4d5f-4b85-b1a1-5a7b44980067" providerId="ADAL" clId="{12CAE46A-0AB5-47A5-8D1D-0516C1388825}" dt="2025-05-22T16:23:37.779" v="12482" actId="20577"/>
        <pc:sldMkLst>
          <pc:docMk/>
          <pc:sldMk cId="3909251402" sldId="382"/>
        </pc:sldMkLst>
      </pc:sldChg>
      <pc:sldChg chg="addSp modSp new mod modNotesTx">
        <pc:chgData name="Karel Dieussaert" userId="25362131-4d5f-4b85-b1a1-5a7b44980067" providerId="ADAL" clId="{12CAE46A-0AB5-47A5-8D1D-0516C1388825}" dt="2025-05-22T16:24:08.617" v="12506" actId="20577"/>
        <pc:sldMkLst>
          <pc:docMk/>
          <pc:sldMk cId="2536857038" sldId="383"/>
        </pc:sldMkLst>
      </pc:sldChg>
      <pc:sldChg chg="addSp delSp modSp new mod modNotesTx">
        <pc:chgData name="Karel Dieussaert" userId="25362131-4d5f-4b85-b1a1-5a7b44980067" providerId="ADAL" clId="{12CAE46A-0AB5-47A5-8D1D-0516C1388825}" dt="2025-05-22T16:24:38.580" v="12513" actId="20577"/>
        <pc:sldMkLst>
          <pc:docMk/>
          <pc:sldMk cId="1280190943" sldId="384"/>
        </pc:sldMkLst>
      </pc:sldChg>
      <pc:sldChg chg="new del ord">
        <pc:chgData name="Karel Dieussaert" userId="25362131-4d5f-4b85-b1a1-5a7b44980067" providerId="ADAL" clId="{12CAE46A-0AB5-47A5-8D1D-0516C1388825}" dt="2025-05-20T10:57:10.971" v="6954" actId="47"/>
        <pc:sldMkLst>
          <pc:docMk/>
          <pc:sldMk cId="1973345583" sldId="385"/>
        </pc:sldMkLst>
      </pc:sldChg>
      <pc:sldChg chg="modSp add mod modNotesTx">
        <pc:chgData name="Karel Dieussaert" userId="25362131-4d5f-4b85-b1a1-5a7b44980067" providerId="ADAL" clId="{12CAE46A-0AB5-47A5-8D1D-0516C1388825}" dt="2025-05-22T16:23:18.466" v="12478" actId="20577"/>
        <pc:sldMkLst>
          <pc:docMk/>
          <pc:sldMk cId="930323011" sldId="386"/>
        </pc:sldMkLst>
      </pc:sldChg>
    </pc:docChg>
  </pc:docChgLst>
  <pc:docChgLst>
    <pc:chgData name="Evelyne  Devos" userId="S::evelyne.devos@amigo.earth::ac6e915e-dcd3-4569-b9a4-cf723fdac782" providerId="AD" clId="Web-{FB15C5E8-84B8-B70C-3B9A-3E2443E3BF95}"/>
    <pc:docChg chg="modSld">
      <pc:chgData name="Evelyne  Devos" userId="S::evelyne.devos@amigo.earth::ac6e915e-dcd3-4569-b9a4-cf723fdac782" providerId="AD" clId="Web-{FB15C5E8-84B8-B70C-3B9A-3E2443E3BF95}" dt="2025-05-15T11:23:49.580" v="395" actId="20577"/>
      <pc:docMkLst>
        <pc:docMk/>
      </pc:docMkLst>
      <pc:sldChg chg="addSp delSp modSp modCm">
        <pc:chgData name="Evelyne  Devos" userId="S::evelyne.devos@amigo.earth::ac6e915e-dcd3-4569-b9a4-cf723fdac782" providerId="AD" clId="Web-{FB15C5E8-84B8-B70C-3B9A-3E2443E3BF95}" dt="2025-05-15T11:23:49.580" v="395" actId="20577"/>
        <pc:sldMkLst>
          <pc:docMk/>
          <pc:sldMk cId="860854586" sldId="36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velyne  Devos" userId="S::evelyne.devos@amigo.earth::ac6e915e-dcd3-4569-b9a4-cf723fdac782" providerId="AD" clId="Web-{FB15C5E8-84B8-B70C-3B9A-3E2443E3BF95}" dt="2025-05-15T11:23:30.986" v="394" actId="20577"/>
              <pc2:cmMkLst xmlns:pc2="http://schemas.microsoft.com/office/powerpoint/2019/9/main/command">
                <pc:docMk/>
                <pc:sldMk cId="860854586" sldId="366"/>
                <pc2:cmMk id="{59396F39-7E69-4099-9503-54F4A78883AA}"/>
              </pc2:cmMkLst>
            </pc226:cmChg>
          </p:ext>
        </pc:extLst>
      </pc:sldChg>
    </pc:docChg>
  </pc:docChgLst>
  <pc:docChgLst>
    <pc:chgData name="Evelyne  Devos" userId="S::evelyne.devos@amigo.earth::ac6e915e-dcd3-4569-b9a4-cf723fdac782" providerId="AD" clId="Web-{477D46E2-3FC2-FF99-C6CD-753D2233C465}"/>
    <pc:docChg chg="modSld">
      <pc:chgData name="Evelyne  Devos" userId="S::evelyne.devos@amigo.earth::ac6e915e-dcd3-4569-b9a4-cf723fdac782" providerId="AD" clId="Web-{477D46E2-3FC2-FF99-C6CD-753D2233C465}" dt="2025-05-20T11:39:07.733" v="46"/>
      <pc:docMkLst>
        <pc:docMk/>
      </pc:docMkLst>
      <pc:sldChg chg="modNotes">
        <pc:chgData name="Evelyne  Devos" userId="S::evelyne.devos@amigo.earth::ac6e915e-dcd3-4569-b9a4-cf723fdac782" providerId="AD" clId="Web-{477D46E2-3FC2-FF99-C6CD-753D2233C465}" dt="2025-05-20T11:39:07.733" v="46"/>
        <pc:sldMkLst>
          <pc:docMk/>
          <pc:sldMk cId="930323011" sldId="386"/>
        </pc:sldMkLst>
      </pc:sldChg>
    </pc:docChg>
  </pc:docChgLst>
  <pc:docChgLst>
    <pc:chgData name="Evelyne  Devos" userId="S::evelyne.devos@amigo.earth::ac6e915e-dcd3-4569-b9a4-cf723fdac782" providerId="AD" clId="Web-{D45FF056-2A96-A18E-CAA8-8B2D9B685556}"/>
    <pc:docChg chg="addSld delSld modSld modSection">
      <pc:chgData name="Evelyne  Devos" userId="S::evelyne.devos@amigo.earth::ac6e915e-dcd3-4569-b9a4-cf723fdac782" providerId="AD" clId="Web-{D45FF056-2A96-A18E-CAA8-8B2D9B685556}" dt="2025-05-15T10:32:00.402" v="1140"/>
      <pc:docMkLst>
        <pc:docMk/>
      </pc:docMkLst>
      <pc:sldChg chg="addSp delSp modSp mod modShow">
        <pc:chgData name="Evelyne  Devos" userId="S::evelyne.devos@amigo.earth::ac6e915e-dcd3-4569-b9a4-cf723fdac782" providerId="AD" clId="Web-{D45FF056-2A96-A18E-CAA8-8B2D9B685556}" dt="2025-05-15T10:31:40.104" v="1139" actId="20577"/>
        <pc:sldMkLst>
          <pc:docMk/>
          <pc:sldMk cId="488320916" sldId="358"/>
        </pc:sldMkLst>
      </pc:sldChg>
      <pc:sldChg chg="modSp modCm">
        <pc:chgData name="Evelyne  Devos" userId="S::evelyne.devos@amigo.earth::ac6e915e-dcd3-4569-b9a4-cf723fdac782" providerId="AD" clId="Web-{D45FF056-2A96-A18E-CAA8-8B2D9B685556}" dt="2025-05-15T10:11:34.066" v="750" actId="20577"/>
        <pc:sldMkLst>
          <pc:docMk/>
          <pc:sldMk cId="2229416142" sldId="36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velyne  Devos" userId="S::evelyne.devos@amigo.earth::ac6e915e-dcd3-4569-b9a4-cf723fdac782" providerId="AD" clId="Web-{D45FF056-2A96-A18E-CAA8-8B2D9B685556}" dt="2025-05-15T10:11:15.722" v="748" actId="20577"/>
              <pc2:cmMkLst xmlns:pc2="http://schemas.microsoft.com/office/powerpoint/2019/9/main/command">
                <pc:docMk/>
                <pc:sldMk cId="2229416142" sldId="361"/>
                <pc2:cmMk id="{7C1D6975-0071-457B-9BDC-4AD0C2486E49}"/>
              </pc2:cmMkLst>
            </pc226:cmChg>
          </p:ext>
        </pc:extLst>
      </pc:sldChg>
      <pc:sldChg chg="modSp">
        <pc:chgData name="Evelyne  Devos" userId="S::evelyne.devos@amigo.earth::ac6e915e-dcd3-4569-b9a4-cf723fdac782" providerId="AD" clId="Web-{D45FF056-2A96-A18E-CAA8-8B2D9B685556}" dt="2025-05-15T10:14:47.604" v="981" actId="20577"/>
        <pc:sldMkLst>
          <pc:docMk/>
          <pc:sldMk cId="4018794074" sldId="362"/>
        </pc:sldMkLst>
      </pc:sldChg>
      <pc:sldChg chg="mod modShow">
        <pc:chgData name="Evelyne  Devos" userId="S::evelyne.devos@amigo.earth::ac6e915e-dcd3-4569-b9a4-cf723fdac782" providerId="AD" clId="Web-{D45FF056-2A96-A18E-CAA8-8B2D9B685556}" dt="2025-05-15T10:32:00.402" v="1140"/>
        <pc:sldMkLst>
          <pc:docMk/>
          <pc:sldMk cId="59812433" sldId="363"/>
        </pc:sldMkLst>
      </pc:sldChg>
      <pc:sldChg chg="addSp modSp">
        <pc:chgData name="Evelyne  Devos" userId="S::evelyne.devos@amigo.earth::ac6e915e-dcd3-4569-b9a4-cf723fdac782" providerId="AD" clId="Web-{D45FF056-2A96-A18E-CAA8-8B2D9B685556}" dt="2025-05-15T10:16:42.732" v="1056" actId="20577"/>
        <pc:sldMkLst>
          <pc:docMk/>
          <pc:sldMk cId="1243972452" sldId="364"/>
        </pc:sldMkLst>
      </pc:sldChg>
      <pc:sldChg chg="del">
        <pc:chgData name="Evelyne  Devos" userId="S::evelyne.devos@amigo.earth::ac6e915e-dcd3-4569-b9a4-cf723fdac782" providerId="AD" clId="Web-{D45FF056-2A96-A18E-CAA8-8B2D9B685556}" dt="2025-05-15T10:16:02.278" v="1043"/>
        <pc:sldMkLst>
          <pc:docMk/>
          <pc:sldMk cId="3618112105" sldId="369"/>
        </pc:sldMkLst>
      </pc:sldChg>
      <pc:sldChg chg="modSp add replId">
        <pc:chgData name="Evelyne  Devos" userId="S::evelyne.devos@amigo.earth::ac6e915e-dcd3-4569-b9a4-cf723fdac782" providerId="AD" clId="Web-{D45FF056-2A96-A18E-CAA8-8B2D9B685556}" dt="2025-05-15T10:16:35.076" v="1053" actId="20577"/>
        <pc:sldMkLst>
          <pc:docMk/>
          <pc:sldMk cId="3590906967" sldId="371"/>
        </pc:sldMkLst>
      </pc:sldChg>
      <pc:sldChg chg="add mod replId modShow">
        <pc:chgData name="Evelyne  Devos" userId="S::evelyne.devos@amigo.earth::ac6e915e-dcd3-4569-b9a4-cf723fdac782" providerId="AD" clId="Web-{D45FF056-2A96-A18E-CAA8-8B2D9B685556}" dt="2025-05-15T09:50:27.339" v="301"/>
        <pc:sldMkLst>
          <pc:docMk/>
          <pc:sldMk cId="960647915" sldId="372"/>
        </pc:sldMkLst>
      </pc:sldChg>
      <pc:sldChg chg="modSp add replId">
        <pc:chgData name="Evelyne  Devos" userId="S::evelyne.devos@amigo.earth::ac6e915e-dcd3-4569-b9a4-cf723fdac782" providerId="AD" clId="Web-{D45FF056-2A96-A18E-CAA8-8B2D9B685556}" dt="2025-05-15T10:15:25.870" v="1042" actId="20577"/>
        <pc:sldMkLst>
          <pc:docMk/>
          <pc:sldMk cId="2794788547" sldId="373"/>
        </pc:sldMkLst>
      </pc:sldChg>
      <pc:sldChg chg="new del">
        <pc:chgData name="Evelyne  Devos" userId="S::evelyne.devos@amigo.earth::ac6e915e-dcd3-4569-b9a4-cf723fdac782" providerId="AD" clId="Web-{D45FF056-2A96-A18E-CAA8-8B2D9B685556}" dt="2025-05-15T10:17:36.328" v="1058"/>
        <pc:sldMkLst>
          <pc:docMk/>
          <pc:sldMk cId="1859821497" sldId="374"/>
        </pc:sldMkLst>
      </pc:sldChg>
      <pc:sldChg chg="delSp modSp add mod replId modClrScheme chgLayout">
        <pc:chgData name="Evelyne  Devos" userId="S::evelyne.devos@amigo.earth::ac6e915e-dcd3-4569-b9a4-cf723fdac782" providerId="AD" clId="Web-{D45FF056-2A96-A18E-CAA8-8B2D9B685556}" dt="2025-05-15T10:31:01.322" v="1106" actId="20577"/>
        <pc:sldMkLst>
          <pc:docMk/>
          <pc:sldMk cId="3542551121" sldId="374"/>
        </pc:sldMkLst>
      </pc:sldChg>
    </pc:docChg>
  </pc:docChgLst>
  <pc:docChgLst>
    <pc:chgData name="Evelyne  Devos" userId="S::evelyne.devos@amigo.earth::ac6e915e-dcd3-4569-b9a4-cf723fdac782" providerId="AD" clId="Web-{6A4AA39F-2B85-2FA9-6049-433696611DE3}"/>
    <pc:docChg chg="addSld delSld modSection">
      <pc:chgData name="Evelyne  Devos" userId="S::evelyne.devos@amigo.earth::ac6e915e-dcd3-4569-b9a4-cf723fdac782" providerId="AD" clId="Web-{6A4AA39F-2B85-2FA9-6049-433696611DE3}" dt="2025-05-13T09:05:36.511" v="2"/>
      <pc:docMkLst>
        <pc:docMk/>
      </pc:docMkLst>
      <pc:sldChg chg="new del">
        <pc:chgData name="Evelyne  Devos" userId="S::evelyne.devos@amigo.earth::ac6e915e-dcd3-4569-b9a4-cf723fdac782" providerId="AD" clId="Web-{6A4AA39F-2B85-2FA9-6049-433696611DE3}" dt="2025-05-13T09:05:36.511" v="2"/>
        <pc:sldMkLst>
          <pc:docMk/>
          <pc:sldMk cId="3328828774" sldId="359"/>
        </pc:sldMkLst>
      </pc:sldChg>
      <pc:sldChg chg="new">
        <pc:chgData name="Evelyne  Devos" userId="S::evelyne.devos@amigo.earth::ac6e915e-dcd3-4569-b9a4-cf723fdac782" providerId="AD" clId="Web-{6A4AA39F-2B85-2FA9-6049-433696611DE3}" dt="2025-05-13T09:05:34.308" v="1"/>
        <pc:sldMkLst>
          <pc:docMk/>
          <pc:sldMk cId="2096797245" sldId="360"/>
        </pc:sldMkLst>
      </pc:sldChg>
    </pc:docChg>
  </pc:docChgLst>
  <pc:docChgLst>
    <pc:chgData name="Evelyne  Devos" userId="S::evelyne.devos@amigo.earth::ac6e915e-dcd3-4569-b9a4-cf723fdac782" providerId="AD" clId="Web-{EDC23746-8C88-D5E1-0DCD-4D8D7A451EB8}"/>
    <pc:docChg chg="addSld modSld modSection">
      <pc:chgData name="Evelyne  Devos" userId="S::evelyne.devos@amigo.earth::ac6e915e-dcd3-4569-b9a4-cf723fdac782" providerId="AD" clId="Web-{EDC23746-8C88-D5E1-0DCD-4D8D7A451EB8}" dt="2025-05-14T14:00:44.453" v="502"/>
      <pc:docMkLst>
        <pc:docMk/>
      </pc:docMkLst>
      <pc:sldChg chg="new">
        <pc:chgData name="Evelyne  Devos" userId="S::evelyne.devos@amigo.earth::ac6e915e-dcd3-4569-b9a4-cf723fdac782" providerId="AD" clId="Web-{EDC23746-8C88-D5E1-0DCD-4D8D7A451EB8}" dt="2025-05-14T13:53:49.672" v="0"/>
        <pc:sldMkLst>
          <pc:docMk/>
          <pc:sldMk cId="3618112105" sldId="369"/>
        </pc:sldMkLst>
      </pc:sldChg>
      <pc:sldChg chg="addSp modSp new">
        <pc:chgData name="Evelyne  Devos" userId="S::evelyne.devos@amigo.earth::ac6e915e-dcd3-4569-b9a4-cf723fdac782" providerId="AD" clId="Web-{EDC23746-8C88-D5E1-0DCD-4D8D7A451EB8}" dt="2025-05-14T14:00:44.453" v="502"/>
        <pc:sldMkLst>
          <pc:docMk/>
          <pc:sldMk cId="1439793174" sldId="370"/>
        </pc:sldMkLst>
      </pc:sldChg>
    </pc:docChg>
  </pc:docChgLst>
  <pc:docChgLst>
    <pc:chgData name="Evelyne  Devos" userId="S::evelyne.devos@amigo.earth::ac6e915e-dcd3-4569-b9a4-cf723fdac782" providerId="AD" clId="Web-{B76B5B0A-0663-3DBB-C57F-13F4E3A8A2EE}"/>
    <pc:docChg chg="modSld">
      <pc:chgData name="Evelyne  Devos" userId="S::evelyne.devos@amigo.earth::ac6e915e-dcd3-4569-b9a4-cf723fdac782" providerId="AD" clId="Web-{B76B5B0A-0663-3DBB-C57F-13F4E3A8A2EE}" dt="2025-05-15T13:19:54.924" v="37" actId="20577"/>
      <pc:docMkLst>
        <pc:docMk/>
      </pc:docMkLst>
      <pc:sldChg chg="mod modShow">
        <pc:chgData name="Evelyne  Devos" userId="S::evelyne.devos@amigo.earth::ac6e915e-dcd3-4569-b9a4-cf723fdac782" providerId="AD" clId="Web-{B76B5B0A-0663-3DBB-C57F-13F4E3A8A2EE}" dt="2025-05-15T13:15:38.432" v="0"/>
        <pc:sldMkLst>
          <pc:docMk/>
          <pc:sldMk cId="488320916" sldId="358"/>
        </pc:sldMkLst>
      </pc:sldChg>
      <pc:sldChg chg="modSp modCm">
        <pc:chgData name="Evelyne  Devos" userId="S::evelyne.devos@amigo.earth::ac6e915e-dcd3-4569-b9a4-cf723fdac782" providerId="AD" clId="Web-{B76B5B0A-0663-3DBB-C57F-13F4E3A8A2EE}" dt="2025-05-15T13:19:54.924" v="37" actId="20577"/>
        <pc:sldMkLst>
          <pc:docMk/>
          <pc:sldMk cId="860854586" sldId="36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velyne  Devos" userId="S::evelyne.devos@amigo.earth::ac6e915e-dcd3-4569-b9a4-cf723fdac782" providerId="AD" clId="Web-{B76B5B0A-0663-3DBB-C57F-13F4E3A8A2EE}" dt="2025-05-15T13:19:40.580" v="33" actId="20577"/>
              <pc2:cmMkLst xmlns:pc2="http://schemas.microsoft.com/office/powerpoint/2019/9/main/command">
                <pc:docMk/>
                <pc:sldMk cId="860854586" sldId="366"/>
                <pc2:cmMk id="{59396F39-7E69-4099-9503-54F4A78883AA}"/>
              </pc2:cmMkLst>
            </pc226:cmChg>
          </p:ext>
        </pc:extLst>
      </pc:sldChg>
      <pc:sldChg chg="modSp">
        <pc:chgData name="Evelyne  Devos" userId="S::evelyne.devos@amigo.earth::ac6e915e-dcd3-4569-b9a4-cf723fdac782" providerId="AD" clId="Web-{B76B5B0A-0663-3DBB-C57F-13F4E3A8A2EE}" dt="2025-05-15T13:17:50.748" v="27" actId="1076"/>
        <pc:sldMkLst>
          <pc:docMk/>
          <pc:sldMk cId="3590906967" sldId="371"/>
        </pc:sldMkLst>
      </pc:sldChg>
    </pc:docChg>
  </pc:docChgLst>
  <pc:docChgLst>
    <pc:chgData name="Karel Dieussaert" userId="25362131-4d5f-4b85-b1a1-5a7b44980067" providerId="ADAL" clId="{1EC8AB66-9A3A-48C0-931B-A8EBCF438A2A}"/>
    <pc:docChg chg="undo custSel addSld delSld modSld sldOrd modSection">
      <pc:chgData name="Karel Dieussaert" userId="25362131-4d5f-4b85-b1a1-5a7b44980067" providerId="ADAL" clId="{1EC8AB66-9A3A-48C0-931B-A8EBCF438A2A}" dt="2025-09-22T21:52:28.775" v="9346" actId="20577"/>
      <pc:docMkLst>
        <pc:docMk/>
      </pc:docMkLst>
      <pc:sldChg chg="modSp add mod modClrScheme chgLayout">
        <pc:chgData name="Karel Dieussaert" userId="25362131-4d5f-4b85-b1a1-5a7b44980067" providerId="ADAL" clId="{1EC8AB66-9A3A-48C0-931B-A8EBCF438A2A}" dt="2025-09-10T11:23:49.136" v="101" actId="255"/>
        <pc:sldMkLst>
          <pc:docMk/>
          <pc:sldMk cId="0" sldId="256"/>
        </pc:sldMkLst>
        <pc:spChg chg="mod ord">
          <ac:chgData name="Karel Dieussaert" userId="25362131-4d5f-4b85-b1a1-5a7b44980067" providerId="ADAL" clId="{1EC8AB66-9A3A-48C0-931B-A8EBCF438A2A}" dt="2025-09-10T11:23:49.136" v="101" actId="255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Karel Dieussaert" userId="25362131-4d5f-4b85-b1a1-5a7b44980067" providerId="ADAL" clId="{1EC8AB66-9A3A-48C0-931B-A8EBCF438A2A}" dt="2025-09-10T11:23:36.503" v="100" actId="27636"/>
          <ac:spMkLst>
            <pc:docMk/>
            <pc:sldMk cId="0" sldId="256"/>
            <ac:spMk id="3" creationId="{00000000-0000-0000-0000-000000000000}"/>
          </ac:spMkLst>
        </pc:spChg>
      </pc:sldChg>
      <pc:sldChg chg="addSp modSp add del mod ord chgLayout">
        <pc:chgData name="Karel Dieussaert" userId="25362131-4d5f-4b85-b1a1-5a7b44980067" providerId="ADAL" clId="{1EC8AB66-9A3A-48C0-931B-A8EBCF438A2A}" dt="2025-09-22T10:01:46.303" v="5248" actId="2696"/>
        <pc:sldMkLst>
          <pc:docMk/>
          <pc:sldMk cId="0" sldId="257"/>
        </pc:sldMkLst>
        <pc:spChg chg="mod ord">
          <ac:chgData name="Karel Dieussaert" userId="25362131-4d5f-4b85-b1a1-5a7b44980067" providerId="ADAL" clId="{1EC8AB66-9A3A-48C0-931B-A8EBCF438A2A}" dt="2025-09-22T09:55:57.908" v="5162" actId="21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add mod ord chgLayout">
        <pc:chgData name="Karel Dieussaert" userId="25362131-4d5f-4b85-b1a1-5a7b44980067" providerId="ADAL" clId="{1EC8AB66-9A3A-48C0-931B-A8EBCF438A2A}" dt="2025-09-22T20:03:38.451" v="9015" actId="14100"/>
        <pc:sldMkLst>
          <pc:docMk/>
          <pc:sldMk cId="0" sldId="258"/>
        </pc:sldMkLst>
        <pc:spChg chg="mod ord">
          <ac:chgData name="Karel Dieussaert" userId="25362131-4d5f-4b85-b1a1-5a7b44980067" providerId="ADAL" clId="{1EC8AB66-9A3A-48C0-931B-A8EBCF438A2A}" dt="2025-09-10T11:18:24.316" v="8" actId="700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Karel Dieussaert" userId="25362131-4d5f-4b85-b1a1-5a7b44980067" providerId="ADAL" clId="{1EC8AB66-9A3A-48C0-931B-A8EBCF438A2A}" dt="2025-09-22T19:25:14.993" v="8624" actId="20577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Karel Dieussaert" userId="25362131-4d5f-4b85-b1a1-5a7b44980067" providerId="ADAL" clId="{1EC8AB66-9A3A-48C0-931B-A8EBCF438A2A}" dt="2025-09-22T09:40:57.173" v="5036" actId="1076"/>
          <ac:spMkLst>
            <pc:docMk/>
            <pc:sldMk cId="0" sldId="258"/>
            <ac:spMk id="4" creationId="{B4F26AD3-6FD4-900A-9641-88AAA72D8E7D}"/>
          </ac:spMkLst>
        </pc:spChg>
        <pc:spChg chg="add del mod">
          <ac:chgData name="Karel Dieussaert" userId="25362131-4d5f-4b85-b1a1-5a7b44980067" providerId="ADAL" clId="{1EC8AB66-9A3A-48C0-931B-A8EBCF438A2A}" dt="2025-09-22T09:38:09.983" v="5030" actId="478"/>
          <ac:spMkLst>
            <pc:docMk/>
            <pc:sldMk cId="0" sldId="258"/>
            <ac:spMk id="5" creationId="{39B7FD6D-E959-3964-3283-3B5C39D80502}"/>
          </ac:spMkLst>
        </pc:spChg>
        <pc:spChg chg="add mod">
          <ac:chgData name="Karel Dieussaert" userId="25362131-4d5f-4b85-b1a1-5a7b44980067" providerId="ADAL" clId="{1EC8AB66-9A3A-48C0-931B-A8EBCF438A2A}" dt="2025-09-22T09:40:57.173" v="5036" actId="1076"/>
          <ac:spMkLst>
            <pc:docMk/>
            <pc:sldMk cId="0" sldId="258"/>
            <ac:spMk id="6" creationId="{CA2F6541-3297-4E15-17A1-A9CC222E5DC3}"/>
          </ac:spMkLst>
        </pc:spChg>
        <pc:spChg chg="add mod">
          <ac:chgData name="Karel Dieussaert" userId="25362131-4d5f-4b85-b1a1-5a7b44980067" providerId="ADAL" clId="{1EC8AB66-9A3A-48C0-931B-A8EBCF438A2A}" dt="2025-09-22T09:40:57.173" v="5036" actId="1076"/>
          <ac:spMkLst>
            <pc:docMk/>
            <pc:sldMk cId="0" sldId="258"/>
            <ac:spMk id="7" creationId="{C9823E77-8FD1-9891-B294-E35944CCC6C4}"/>
          </ac:spMkLst>
        </pc:spChg>
        <pc:spChg chg="add mod">
          <ac:chgData name="Karel Dieussaert" userId="25362131-4d5f-4b85-b1a1-5a7b44980067" providerId="ADAL" clId="{1EC8AB66-9A3A-48C0-931B-A8EBCF438A2A}" dt="2025-09-22T09:41:03.442" v="5038" actId="1076"/>
          <ac:spMkLst>
            <pc:docMk/>
            <pc:sldMk cId="0" sldId="258"/>
            <ac:spMk id="8" creationId="{23066051-75D6-0DB5-5EDF-FF7B9E201960}"/>
          </ac:spMkLst>
        </pc:spChg>
        <pc:spChg chg="add mod">
          <ac:chgData name="Karel Dieussaert" userId="25362131-4d5f-4b85-b1a1-5a7b44980067" providerId="ADAL" clId="{1EC8AB66-9A3A-48C0-931B-A8EBCF438A2A}" dt="2025-09-22T09:41:06.210" v="5039" actId="1076"/>
          <ac:spMkLst>
            <pc:docMk/>
            <pc:sldMk cId="0" sldId="258"/>
            <ac:spMk id="10" creationId="{3FE6A8BC-5357-9EA0-4206-7C8643703AEB}"/>
          </ac:spMkLst>
        </pc:spChg>
        <pc:spChg chg="add mod">
          <ac:chgData name="Karel Dieussaert" userId="25362131-4d5f-4b85-b1a1-5a7b44980067" providerId="ADAL" clId="{1EC8AB66-9A3A-48C0-931B-A8EBCF438A2A}" dt="2025-09-22T13:03:50.968" v="6169" actId="1076"/>
          <ac:spMkLst>
            <pc:docMk/>
            <pc:sldMk cId="0" sldId="258"/>
            <ac:spMk id="13" creationId="{9D2D7068-3B7B-B76E-F6FD-48EF43DA4469}"/>
          </ac:spMkLst>
        </pc:spChg>
        <pc:spChg chg="add mod">
          <ac:chgData name="Karel Dieussaert" userId="25362131-4d5f-4b85-b1a1-5a7b44980067" providerId="ADAL" clId="{1EC8AB66-9A3A-48C0-931B-A8EBCF438A2A}" dt="2025-09-22T11:37:40.083" v="5777" actId="20577"/>
          <ac:spMkLst>
            <pc:docMk/>
            <pc:sldMk cId="0" sldId="258"/>
            <ac:spMk id="14" creationId="{D24F5A87-A37C-B434-987B-91567DF1A111}"/>
          </ac:spMkLst>
        </pc:spChg>
        <pc:spChg chg="add mod">
          <ac:chgData name="Karel Dieussaert" userId="25362131-4d5f-4b85-b1a1-5a7b44980067" providerId="ADAL" clId="{1EC8AB66-9A3A-48C0-931B-A8EBCF438A2A}" dt="2025-09-22T09:41:09.384" v="5040" actId="1076"/>
          <ac:spMkLst>
            <pc:docMk/>
            <pc:sldMk cId="0" sldId="258"/>
            <ac:spMk id="17" creationId="{E91655F8-BD3C-B044-7E88-53AC22C964A3}"/>
          </ac:spMkLst>
        </pc:spChg>
        <pc:spChg chg="add mod">
          <ac:chgData name="Karel Dieussaert" userId="25362131-4d5f-4b85-b1a1-5a7b44980067" providerId="ADAL" clId="{1EC8AB66-9A3A-48C0-931B-A8EBCF438A2A}" dt="2025-09-22T09:40:16.868" v="5035" actId="255"/>
          <ac:spMkLst>
            <pc:docMk/>
            <pc:sldMk cId="0" sldId="258"/>
            <ac:spMk id="21" creationId="{33B78030-3BBD-F084-FF32-F8191B3C1BCD}"/>
          </ac:spMkLst>
        </pc:spChg>
        <pc:spChg chg="add mod">
          <ac:chgData name="Karel Dieussaert" userId="25362131-4d5f-4b85-b1a1-5a7b44980067" providerId="ADAL" clId="{1EC8AB66-9A3A-48C0-931B-A8EBCF438A2A}" dt="2025-09-22T11:37:14.436" v="5753" actId="1076"/>
          <ac:spMkLst>
            <pc:docMk/>
            <pc:sldMk cId="0" sldId="258"/>
            <ac:spMk id="35" creationId="{5641E066-142E-C2B6-B5C1-485701E29D4B}"/>
          </ac:spMkLst>
        </pc:spChg>
        <pc:picChg chg="add mod">
          <ac:chgData name="Karel Dieussaert" userId="25362131-4d5f-4b85-b1a1-5a7b44980067" providerId="ADAL" clId="{1EC8AB66-9A3A-48C0-931B-A8EBCF438A2A}" dt="2025-09-22T09:45:16.468" v="5050" actId="1076"/>
          <ac:picMkLst>
            <pc:docMk/>
            <pc:sldMk cId="0" sldId="258"/>
            <ac:picMk id="19" creationId="{5CC26D92-3F7B-8DAA-E83C-F216E585EBE6}"/>
          </ac:picMkLst>
        </pc:picChg>
        <pc:picChg chg="add del mod">
          <ac:chgData name="Karel Dieussaert" userId="25362131-4d5f-4b85-b1a1-5a7b44980067" providerId="ADAL" clId="{1EC8AB66-9A3A-48C0-931B-A8EBCF438A2A}" dt="2025-09-22T09:44:59.465" v="5046" actId="478"/>
          <ac:picMkLst>
            <pc:docMk/>
            <pc:sldMk cId="0" sldId="258"/>
            <ac:picMk id="32" creationId="{34DA54C7-1CA9-A9E4-3F8A-AB67E7C9A1DB}"/>
          </ac:picMkLst>
        </pc:picChg>
        <pc:picChg chg="add mod ord">
          <ac:chgData name="Karel Dieussaert" userId="25362131-4d5f-4b85-b1a1-5a7b44980067" providerId="ADAL" clId="{1EC8AB66-9A3A-48C0-931B-A8EBCF438A2A}" dt="2025-09-22T20:03:38.451" v="9015" actId="14100"/>
          <ac:picMkLst>
            <pc:docMk/>
            <pc:sldMk cId="0" sldId="258"/>
            <ac:picMk id="34" creationId="{62771AB9-F3ED-DF32-7EAA-53291AC3FDB1}"/>
          </ac:picMkLst>
        </pc:picChg>
        <pc:picChg chg="add mod">
          <ac:chgData name="Karel Dieussaert" userId="25362131-4d5f-4b85-b1a1-5a7b44980067" providerId="ADAL" clId="{1EC8AB66-9A3A-48C0-931B-A8EBCF438A2A}" dt="2025-09-22T20:03:31.296" v="9013" actId="14100"/>
          <ac:picMkLst>
            <pc:docMk/>
            <pc:sldMk cId="0" sldId="258"/>
            <ac:picMk id="41" creationId="{99721117-C46B-8425-9C81-B5A8BEB3B523}"/>
          </ac:picMkLst>
        </pc:picChg>
        <pc:cxnChg chg="add mod">
          <ac:chgData name="Karel Dieussaert" userId="25362131-4d5f-4b85-b1a1-5a7b44980067" providerId="ADAL" clId="{1EC8AB66-9A3A-48C0-931B-A8EBCF438A2A}" dt="2025-09-22T09:41:03.442" v="5038" actId="1076"/>
          <ac:cxnSpMkLst>
            <pc:docMk/>
            <pc:sldMk cId="0" sldId="258"/>
            <ac:cxnSpMk id="9" creationId="{380312E2-D66B-F702-E0BE-67E82F37E1C9}"/>
          </ac:cxnSpMkLst>
        </pc:cxnChg>
        <pc:cxnChg chg="mod">
          <ac:chgData name="Karel Dieussaert" userId="25362131-4d5f-4b85-b1a1-5a7b44980067" providerId="ADAL" clId="{1EC8AB66-9A3A-48C0-931B-A8EBCF438A2A}" dt="2025-09-22T09:41:09.384" v="5040" actId="1076"/>
          <ac:cxnSpMkLst>
            <pc:docMk/>
            <pc:sldMk cId="0" sldId="258"/>
            <ac:cxnSpMk id="11" creationId="{A79F24B0-44F1-02CE-543B-F95FA6388DFB}"/>
          </ac:cxnSpMkLst>
        </pc:cxnChg>
        <pc:cxnChg chg="add mod">
          <ac:chgData name="Karel Dieussaert" userId="25362131-4d5f-4b85-b1a1-5a7b44980067" providerId="ADAL" clId="{1EC8AB66-9A3A-48C0-931B-A8EBCF438A2A}" dt="2025-09-22T09:41:06.210" v="5039" actId="1076"/>
          <ac:cxnSpMkLst>
            <pc:docMk/>
            <pc:sldMk cId="0" sldId="258"/>
            <ac:cxnSpMk id="12" creationId="{A5D0AAE3-F8E2-E892-BE6A-9274EF2C8EE6}"/>
          </ac:cxnSpMkLst>
        </pc:cxnChg>
        <pc:cxnChg chg="mod">
          <ac:chgData name="Karel Dieussaert" userId="25362131-4d5f-4b85-b1a1-5a7b44980067" providerId="ADAL" clId="{1EC8AB66-9A3A-48C0-931B-A8EBCF438A2A}" dt="2025-09-22T13:03:50.968" v="6169" actId="1076"/>
          <ac:cxnSpMkLst>
            <pc:docMk/>
            <pc:sldMk cId="0" sldId="258"/>
            <ac:cxnSpMk id="15" creationId="{671FB7BA-472B-499C-7A20-BA08A55C526E}"/>
          </ac:cxnSpMkLst>
        </pc:cxnChg>
        <pc:cxnChg chg="mod">
          <ac:chgData name="Karel Dieussaert" userId="25362131-4d5f-4b85-b1a1-5a7b44980067" providerId="ADAL" clId="{1EC8AB66-9A3A-48C0-931B-A8EBCF438A2A}" dt="2025-09-22T09:41:13.919" v="5041" actId="1076"/>
          <ac:cxnSpMkLst>
            <pc:docMk/>
            <pc:sldMk cId="0" sldId="258"/>
            <ac:cxnSpMk id="16" creationId="{824A0F6A-5719-2B86-A16F-B75E33886BDC}"/>
          </ac:cxnSpMkLst>
        </pc:cxnChg>
        <pc:cxnChg chg="add mod">
          <ac:chgData name="Karel Dieussaert" userId="25362131-4d5f-4b85-b1a1-5a7b44980067" providerId="ADAL" clId="{1EC8AB66-9A3A-48C0-931B-A8EBCF438A2A}" dt="2025-09-22T11:37:23.697" v="5756" actId="14100"/>
          <ac:cxnSpMkLst>
            <pc:docMk/>
            <pc:sldMk cId="0" sldId="258"/>
            <ac:cxnSpMk id="36" creationId="{C0A64715-FCD0-8412-FE06-2BEE72112A4B}"/>
          </ac:cxnSpMkLst>
        </pc:cxnChg>
      </pc:sldChg>
      <pc:sldChg chg="modSp add del mod chgLayout">
        <pc:chgData name="Karel Dieussaert" userId="25362131-4d5f-4b85-b1a1-5a7b44980067" providerId="ADAL" clId="{1EC8AB66-9A3A-48C0-931B-A8EBCF438A2A}" dt="2025-09-10T15:29:20.677" v="1190" actId="2696"/>
        <pc:sldMkLst>
          <pc:docMk/>
          <pc:sldMk cId="0" sldId="259"/>
        </pc:sldMkLst>
      </pc:sldChg>
      <pc:sldChg chg="addSp delSp modSp add del mod ord chgLayout">
        <pc:chgData name="Karel Dieussaert" userId="25362131-4d5f-4b85-b1a1-5a7b44980067" providerId="ADAL" clId="{1EC8AB66-9A3A-48C0-931B-A8EBCF438A2A}" dt="2025-09-22T19:31:20.268" v="8663" actId="2696"/>
        <pc:sldMkLst>
          <pc:docMk/>
          <pc:sldMk cId="0" sldId="260"/>
        </pc:sldMkLst>
        <pc:picChg chg="add del mod">
          <ac:chgData name="Karel Dieussaert" userId="25362131-4d5f-4b85-b1a1-5a7b44980067" providerId="ADAL" clId="{1EC8AB66-9A3A-48C0-931B-A8EBCF438A2A}" dt="2025-09-22T19:26:48.109" v="8629" actId="21"/>
          <ac:picMkLst>
            <pc:docMk/>
            <pc:sldMk cId="0" sldId="260"/>
            <ac:picMk id="4" creationId="{57491C7E-70BD-3EDE-A6FA-77041D4E4C15}"/>
          </ac:picMkLst>
        </pc:picChg>
        <pc:picChg chg="add del mod">
          <ac:chgData name="Karel Dieussaert" userId="25362131-4d5f-4b85-b1a1-5a7b44980067" providerId="ADAL" clId="{1EC8AB66-9A3A-48C0-931B-A8EBCF438A2A}" dt="2025-09-22T19:18:23.969" v="8424" actId="478"/>
          <ac:picMkLst>
            <pc:docMk/>
            <pc:sldMk cId="0" sldId="260"/>
            <ac:picMk id="7" creationId="{12BB3364-AD37-1E61-3C0B-7E13E544D242}"/>
          </ac:picMkLst>
        </pc:picChg>
        <pc:picChg chg="add del mod">
          <ac:chgData name="Karel Dieussaert" userId="25362131-4d5f-4b85-b1a1-5a7b44980067" providerId="ADAL" clId="{1EC8AB66-9A3A-48C0-931B-A8EBCF438A2A}" dt="2025-09-22T19:26:36.581" v="8627" actId="21"/>
          <ac:picMkLst>
            <pc:docMk/>
            <pc:sldMk cId="0" sldId="260"/>
            <ac:picMk id="11" creationId="{47C41684-38A4-5057-E308-2F17D3D9588E}"/>
          </ac:picMkLst>
        </pc:picChg>
      </pc:sldChg>
      <pc:sldChg chg="addSp delSp modSp add mod ord chgLayout">
        <pc:chgData name="Karel Dieussaert" userId="25362131-4d5f-4b85-b1a1-5a7b44980067" providerId="ADAL" clId="{1EC8AB66-9A3A-48C0-931B-A8EBCF438A2A}" dt="2025-09-22T20:38:55.672" v="9071" actId="1076"/>
        <pc:sldMkLst>
          <pc:docMk/>
          <pc:sldMk cId="0" sldId="261"/>
        </pc:sldMkLst>
        <pc:spChg chg="del mod ord">
          <ac:chgData name="Karel Dieussaert" userId="25362131-4d5f-4b85-b1a1-5a7b44980067" providerId="ADAL" clId="{1EC8AB66-9A3A-48C0-931B-A8EBCF438A2A}" dt="2025-09-22T13:20:38.472" v="6347" actId="478"/>
          <ac:spMkLst>
            <pc:docMk/>
            <pc:sldMk cId="0" sldId="261"/>
            <ac:spMk id="2" creationId="{00000000-0000-0000-0000-000000000000}"/>
          </ac:spMkLst>
        </pc:spChg>
        <pc:spChg chg="del mod ord">
          <ac:chgData name="Karel Dieussaert" userId="25362131-4d5f-4b85-b1a1-5a7b44980067" providerId="ADAL" clId="{1EC8AB66-9A3A-48C0-931B-A8EBCF438A2A}" dt="2025-09-22T13:20:38.472" v="6347" actId="478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Karel Dieussaert" userId="25362131-4d5f-4b85-b1a1-5a7b44980067" providerId="ADAL" clId="{1EC8AB66-9A3A-48C0-931B-A8EBCF438A2A}" dt="2025-09-22T13:20:38.472" v="6347" actId="478"/>
          <ac:spMkLst>
            <pc:docMk/>
            <pc:sldMk cId="0" sldId="261"/>
            <ac:spMk id="5" creationId="{D8B31632-0647-11A5-7A2B-CE22811261C6}"/>
          </ac:spMkLst>
        </pc:spChg>
        <pc:spChg chg="add mod">
          <ac:chgData name="Karel Dieussaert" userId="25362131-4d5f-4b85-b1a1-5a7b44980067" providerId="ADAL" clId="{1EC8AB66-9A3A-48C0-931B-A8EBCF438A2A}" dt="2025-09-22T20:36:55.900" v="9061" actId="255"/>
          <ac:spMkLst>
            <pc:docMk/>
            <pc:sldMk cId="0" sldId="261"/>
            <ac:spMk id="6" creationId="{E745D1CC-3C7E-4997-C0BC-D62CCE54A0A6}"/>
          </ac:spMkLst>
        </pc:spChg>
        <pc:spChg chg="add mod">
          <ac:chgData name="Karel Dieussaert" userId="25362131-4d5f-4b85-b1a1-5a7b44980067" providerId="ADAL" clId="{1EC8AB66-9A3A-48C0-931B-A8EBCF438A2A}" dt="2025-09-22T20:38:06.585" v="9068" actId="27636"/>
          <ac:spMkLst>
            <pc:docMk/>
            <pc:sldMk cId="0" sldId="261"/>
            <ac:spMk id="8" creationId="{5EEF6251-7D45-ADD4-A5C6-4502553901FB}"/>
          </ac:spMkLst>
        </pc:spChg>
        <pc:picChg chg="add del mod">
          <ac:chgData name="Karel Dieussaert" userId="25362131-4d5f-4b85-b1a1-5a7b44980067" providerId="ADAL" clId="{1EC8AB66-9A3A-48C0-931B-A8EBCF438A2A}" dt="2025-09-22T20:33:58.949" v="9032" actId="478"/>
          <ac:picMkLst>
            <pc:docMk/>
            <pc:sldMk cId="0" sldId="261"/>
            <ac:picMk id="9" creationId="{A66589CF-E11F-06E7-1042-0FA215A85830}"/>
          </ac:picMkLst>
        </pc:picChg>
        <pc:picChg chg="add mod">
          <ac:chgData name="Karel Dieussaert" userId="25362131-4d5f-4b85-b1a1-5a7b44980067" providerId="ADAL" clId="{1EC8AB66-9A3A-48C0-931B-A8EBCF438A2A}" dt="2025-09-22T20:38:55.672" v="9071" actId="1076"/>
          <ac:picMkLst>
            <pc:docMk/>
            <pc:sldMk cId="0" sldId="261"/>
            <ac:picMk id="11" creationId="{318CF0CD-8CEB-0C45-7D31-C94CB23566D9}"/>
          </ac:picMkLst>
        </pc:picChg>
      </pc:sldChg>
      <pc:sldChg chg="modSp add del mod chgLayout">
        <pc:chgData name="Karel Dieussaert" userId="25362131-4d5f-4b85-b1a1-5a7b44980067" providerId="ADAL" clId="{1EC8AB66-9A3A-48C0-931B-A8EBCF438A2A}" dt="2025-09-10T15:30:09.747" v="1196" actId="2696"/>
        <pc:sldMkLst>
          <pc:docMk/>
          <pc:sldMk cId="0" sldId="262"/>
        </pc:sldMkLst>
      </pc:sldChg>
      <pc:sldChg chg="addSp delSp modSp add mod ord chgLayout modNotesTx">
        <pc:chgData name="Karel Dieussaert" userId="25362131-4d5f-4b85-b1a1-5a7b44980067" providerId="ADAL" clId="{1EC8AB66-9A3A-48C0-931B-A8EBCF438A2A}" dt="2025-09-22T21:02:06.495" v="9274" actId="20577"/>
        <pc:sldMkLst>
          <pc:docMk/>
          <pc:sldMk cId="0" sldId="263"/>
        </pc:sldMkLst>
        <pc:spChg chg="mod ord">
          <ac:chgData name="Karel Dieussaert" userId="25362131-4d5f-4b85-b1a1-5a7b44980067" providerId="ADAL" clId="{1EC8AB66-9A3A-48C0-931B-A8EBCF438A2A}" dt="2025-09-22T11:35:25.038" v="5729" actId="20577"/>
          <ac:spMkLst>
            <pc:docMk/>
            <pc:sldMk cId="0" sldId="263"/>
            <ac:spMk id="2" creationId="{00000000-0000-0000-0000-000000000000}"/>
          </ac:spMkLst>
        </pc:spChg>
        <pc:spChg chg="del mod ord">
          <ac:chgData name="Karel Dieussaert" userId="25362131-4d5f-4b85-b1a1-5a7b44980067" providerId="ADAL" clId="{1EC8AB66-9A3A-48C0-931B-A8EBCF438A2A}" dt="2025-09-22T09:57:21.709" v="5196" actId="478"/>
          <ac:spMkLst>
            <pc:docMk/>
            <pc:sldMk cId="0" sldId="263"/>
            <ac:spMk id="3" creationId="{00000000-0000-0000-0000-000000000000}"/>
          </ac:spMkLst>
        </pc:spChg>
        <pc:spChg chg="add del mod">
          <ac:chgData name="Karel Dieussaert" userId="25362131-4d5f-4b85-b1a1-5a7b44980067" providerId="ADAL" clId="{1EC8AB66-9A3A-48C0-931B-A8EBCF438A2A}" dt="2025-09-22T11:43:23.390" v="5835"/>
          <ac:spMkLst>
            <pc:docMk/>
            <pc:sldMk cId="0" sldId="263"/>
            <ac:spMk id="5" creationId="{FA6A393E-CCD5-5B9A-2CBA-897683FD4BC0}"/>
          </ac:spMkLst>
        </pc:spChg>
        <pc:spChg chg="add mod">
          <ac:chgData name="Karel Dieussaert" userId="25362131-4d5f-4b85-b1a1-5a7b44980067" providerId="ADAL" clId="{1EC8AB66-9A3A-48C0-931B-A8EBCF438A2A}" dt="2025-09-22T11:43:28.868" v="5836" actId="1076"/>
          <ac:spMkLst>
            <pc:docMk/>
            <pc:sldMk cId="0" sldId="263"/>
            <ac:spMk id="6" creationId="{5DA468EA-AA47-7857-E2C8-2A4547DD271F}"/>
          </ac:spMkLst>
        </pc:spChg>
        <pc:spChg chg="add del mod">
          <ac:chgData name="Karel Dieussaert" userId="25362131-4d5f-4b85-b1a1-5a7b44980067" providerId="ADAL" clId="{1EC8AB66-9A3A-48C0-931B-A8EBCF438A2A}" dt="2025-09-22T09:54:11.759" v="5106" actId="478"/>
          <ac:spMkLst>
            <pc:docMk/>
            <pc:sldMk cId="0" sldId="263"/>
            <ac:spMk id="9" creationId="{779DADA3-84A6-F6F9-652C-86C065CD9D1B}"/>
          </ac:spMkLst>
        </pc:spChg>
        <pc:spChg chg="add mod">
          <ac:chgData name="Karel Dieussaert" userId="25362131-4d5f-4b85-b1a1-5a7b44980067" providerId="ADAL" clId="{1EC8AB66-9A3A-48C0-931B-A8EBCF438A2A}" dt="2025-09-22T11:43:28.868" v="5836" actId="1076"/>
          <ac:spMkLst>
            <pc:docMk/>
            <pc:sldMk cId="0" sldId="263"/>
            <ac:spMk id="10" creationId="{F5400C51-B0CB-F82B-0ADB-A716EB268A25}"/>
          </ac:spMkLst>
        </pc:spChg>
        <pc:spChg chg="add mod">
          <ac:chgData name="Karel Dieussaert" userId="25362131-4d5f-4b85-b1a1-5a7b44980067" providerId="ADAL" clId="{1EC8AB66-9A3A-48C0-931B-A8EBCF438A2A}" dt="2025-09-22T21:01:08.248" v="9265" actId="1076"/>
          <ac:spMkLst>
            <pc:docMk/>
            <pc:sldMk cId="0" sldId="263"/>
            <ac:spMk id="11" creationId="{EEA87AF2-2AD9-7696-D5DB-B0A6CEFCA588}"/>
          </ac:spMkLst>
        </pc:spChg>
        <pc:spChg chg="add mod">
          <ac:chgData name="Karel Dieussaert" userId="25362131-4d5f-4b85-b1a1-5a7b44980067" providerId="ADAL" clId="{1EC8AB66-9A3A-48C0-931B-A8EBCF438A2A}" dt="2025-09-22T11:43:28.868" v="5836" actId="1076"/>
          <ac:spMkLst>
            <pc:docMk/>
            <pc:sldMk cId="0" sldId="263"/>
            <ac:spMk id="12" creationId="{680C1975-E7E0-0B9C-A914-B65F35B87B16}"/>
          </ac:spMkLst>
        </pc:spChg>
        <pc:spChg chg="add mod">
          <ac:chgData name="Karel Dieussaert" userId="25362131-4d5f-4b85-b1a1-5a7b44980067" providerId="ADAL" clId="{1EC8AB66-9A3A-48C0-931B-A8EBCF438A2A}" dt="2025-09-22T09:57:51.476" v="5202" actId="14100"/>
          <ac:spMkLst>
            <pc:docMk/>
            <pc:sldMk cId="0" sldId="263"/>
            <ac:spMk id="13" creationId="{E8EE5D4C-6F5A-8A84-F3EF-9B03008C081F}"/>
          </ac:spMkLst>
        </pc:spChg>
        <pc:spChg chg="add mod">
          <ac:chgData name="Karel Dieussaert" userId="25362131-4d5f-4b85-b1a1-5a7b44980067" providerId="ADAL" clId="{1EC8AB66-9A3A-48C0-931B-A8EBCF438A2A}" dt="2025-09-22T21:02:06.495" v="9274" actId="20577"/>
          <ac:spMkLst>
            <pc:docMk/>
            <pc:sldMk cId="0" sldId="263"/>
            <ac:spMk id="15" creationId="{C89191E8-70FE-CCD5-1EF9-AB35F0E611E8}"/>
          </ac:spMkLst>
        </pc:spChg>
        <pc:picChg chg="add mod modCrop">
          <ac:chgData name="Karel Dieussaert" userId="25362131-4d5f-4b85-b1a1-5a7b44980067" providerId="ADAL" clId="{1EC8AB66-9A3A-48C0-931B-A8EBCF438A2A}" dt="2025-09-22T11:43:28.868" v="5836" actId="1076"/>
          <ac:picMkLst>
            <pc:docMk/>
            <pc:sldMk cId="0" sldId="263"/>
            <ac:picMk id="4" creationId="{3266ADB3-47EA-B996-D370-FC3855B261BA}"/>
          </ac:picMkLst>
        </pc:picChg>
        <pc:picChg chg="add mod">
          <ac:chgData name="Karel Dieussaert" userId="25362131-4d5f-4b85-b1a1-5a7b44980067" providerId="ADAL" clId="{1EC8AB66-9A3A-48C0-931B-A8EBCF438A2A}" dt="2025-09-22T11:43:28.868" v="5836" actId="1076"/>
          <ac:picMkLst>
            <pc:docMk/>
            <pc:sldMk cId="0" sldId="263"/>
            <ac:picMk id="7" creationId="{A10D2729-D8BE-17FC-793D-74ED3200FE6E}"/>
          </ac:picMkLst>
        </pc:picChg>
      </pc:sldChg>
      <pc:sldChg chg="modSp add del mod chgLayout">
        <pc:chgData name="Karel Dieussaert" userId="25362131-4d5f-4b85-b1a1-5a7b44980067" providerId="ADAL" clId="{1EC8AB66-9A3A-48C0-931B-A8EBCF438A2A}" dt="2025-09-18T14:28:16.826" v="4087" actId="47"/>
        <pc:sldMkLst>
          <pc:docMk/>
          <pc:sldMk cId="0" sldId="264"/>
        </pc:sldMkLst>
      </pc:sldChg>
      <pc:sldChg chg="addSp delSp modSp add mod modAnim chgLayout">
        <pc:chgData name="Karel Dieussaert" userId="25362131-4d5f-4b85-b1a1-5a7b44980067" providerId="ADAL" clId="{1EC8AB66-9A3A-48C0-931B-A8EBCF438A2A}" dt="2025-09-22T13:17:15.051" v="6346" actId="14100"/>
        <pc:sldMkLst>
          <pc:docMk/>
          <pc:sldMk cId="0" sldId="265"/>
        </pc:sldMkLst>
        <pc:spChg chg="mod ord">
          <ac:chgData name="Karel Dieussaert" userId="25362131-4d5f-4b85-b1a1-5a7b44980067" providerId="ADAL" clId="{1EC8AB66-9A3A-48C0-931B-A8EBCF438A2A}" dt="2025-09-22T13:02:58.440" v="6167" actId="20577"/>
          <ac:spMkLst>
            <pc:docMk/>
            <pc:sldMk cId="0" sldId="265"/>
            <ac:spMk id="2" creationId="{00000000-0000-0000-0000-000000000000}"/>
          </ac:spMkLst>
        </pc:spChg>
        <pc:spChg chg="del mod ord">
          <ac:chgData name="Karel Dieussaert" userId="25362131-4d5f-4b85-b1a1-5a7b44980067" providerId="ADAL" clId="{1EC8AB66-9A3A-48C0-931B-A8EBCF438A2A}" dt="2025-09-22T12:48:35.761" v="5948" actId="478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Karel Dieussaert" userId="25362131-4d5f-4b85-b1a1-5a7b44980067" providerId="ADAL" clId="{1EC8AB66-9A3A-48C0-931B-A8EBCF438A2A}" dt="2025-09-22T12:55:43.446" v="6035" actId="14100"/>
          <ac:spMkLst>
            <pc:docMk/>
            <pc:sldMk cId="0" sldId="265"/>
            <ac:spMk id="16" creationId="{318F3993-2484-37B0-E9DC-4DAD43D3CAD6}"/>
          </ac:spMkLst>
        </pc:spChg>
        <pc:spChg chg="add mod">
          <ac:chgData name="Karel Dieussaert" userId="25362131-4d5f-4b85-b1a1-5a7b44980067" providerId="ADAL" clId="{1EC8AB66-9A3A-48C0-931B-A8EBCF438A2A}" dt="2025-09-22T13:15:46.055" v="6344" actId="14100"/>
          <ac:spMkLst>
            <pc:docMk/>
            <pc:sldMk cId="0" sldId="265"/>
            <ac:spMk id="17" creationId="{45B29D19-AA1A-6D5B-FD08-7EEF66EC6302}"/>
          </ac:spMkLst>
        </pc:spChg>
        <pc:spChg chg="add mod">
          <ac:chgData name="Karel Dieussaert" userId="25362131-4d5f-4b85-b1a1-5a7b44980067" providerId="ADAL" clId="{1EC8AB66-9A3A-48C0-931B-A8EBCF438A2A}" dt="2025-09-22T13:13:06.812" v="6305" actId="14100"/>
          <ac:spMkLst>
            <pc:docMk/>
            <pc:sldMk cId="0" sldId="265"/>
            <ac:spMk id="18" creationId="{B98BCE12-41A5-CEE6-5127-5716FE90E200}"/>
          </ac:spMkLst>
        </pc:spChg>
        <pc:spChg chg="add mod">
          <ac:chgData name="Karel Dieussaert" userId="25362131-4d5f-4b85-b1a1-5a7b44980067" providerId="ADAL" clId="{1EC8AB66-9A3A-48C0-931B-A8EBCF438A2A}" dt="2025-09-22T13:17:15.051" v="6346" actId="14100"/>
          <ac:spMkLst>
            <pc:docMk/>
            <pc:sldMk cId="0" sldId="265"/>
            <ac:spMk id="19" creationId="{D87AF978-8D7D-B666-C747-53D3A080FE12}"/>
          </ac:spMkLst>
        </pc:spChg>
        <pc:spChg chg="add mod">
          <ac:chgData name="Karel Dieussaert" userId="25362131-4d5f-4b85-b1a1-5a7b44980067" providerId="ADAL" clId="{1EC8AB66-9A3A-48C0-931B-A8EBCF438A2A}" dt="2025-09-22T12:57:58.163" v="6134" actId="14100"/>
          <ac:spMkLst>
            <pc:docMk/>
            <pc:sldMk cId="0" sldId="265"/>
            <ac:spMk id="20" creationId="{3E93CCDF-3BC4-E797-8B00-E8FB546D0947}"/>
          </ac:spMkLst>
        </pc:spChg>
        <pc:spChg chg="add mod">
          <ac:chgData name="Karel Dieussaert" userId="25362131-4d5f-4b85-b1a1-5a7b44980067" providerId="ADAL" clId="{1EC8AB66-9A3A-48C0-931B-A8EBCF438A2A}" dt="2025-09-22T13:17:10.275" v="6345" actId="14100"/>
          <ac:spMkLst>
            <pc:docMk/>
            <pc:sldMk cId="0" sldId="265"/>
            <ac:spMk id="21" creationId="{D065F1ED-0003-3B67-278E-C4E0AD5D7C18}"/>
          </ac:spMkLst>
        </pc:spChg>
        <pc:picChg chg="add del mod">
          <ac:chgData name="Karel Dieussaert" userId="25362131-4d5f-4b85-b1a1-5a7b44980067" providerId="ADAL" clId="{1EC8AB66-9A3A-48C0-931B-A8EBCF438A2A}" dt="2025-09-22T12:39:30.566" v="5941" actId="478"/>
          <ac:picMkLst>
            <pc:docMk/>
            <pc:sldMk cId="0" sldId="265"/>
            <ac:picMk id="5" creationId="{72F41C08-420F-0EEA-4504-58F41DCA4341}"/>
          </ac:picMkLst>
        </pc:picChg>
        <pc:picChg chg="add del mod">
          <ac:chgData name="Karel Dieussaert" userId="25362131-4d5f-4b85-b1a1-5a7b44980067" providerId="ADAL" clId="{1EC8AB66-9A3A-48C0-931B-A8EBCF438A2A}" dt="2025-09-22T12:51:33.561" v="5954" actId="478"/>
          <ac:picMkLst>
            <pc:docMk/>
            <pc:sldMk cId="0" sldId="265"/>
            <ac:picMk id="7" creationId="{5DC755FF-CE33-2F2D-BBE3-468D23B12774}"/>
          </ac:picMkLst>
        </pc:picChg>
        <pc:picChg chg="add del mod">
          <ac:chgData name="Karel Dieussaert" userId="25362131-4d5f-4b85-b1a1-5a7b44980067" providerId="ADAL" clId="{1EC8AB66-9A3A-48C0-931B-A8EBCF438A2A}" dt="2025-09-22T12:51:36.238" v="5956" actId="478"/>
          <ac:picMkLst>
            <pc:docMk/>
            <pc:sldMk cId="0" sldId="265"/>
            <ac:picMk id="9" creationId="{27CE8F40-00C0-BC9F-F6C3-0A5B625F8CC1}"/>
          </ac:picMkLst>
        </pc:picChg>
        <pc:picChg chg="add del mod">
          <ac:chgData name="Karel Dieussaert" userId="25362131-4d5f-4b85-b1a1-5a7b44980067" providerId="ADAL" clId="{1EC8AB66-9A3A-48C0-931B-A8EBCF438A2A}" dt="2025-09-22T13:14:52.257" v="6307" actId="478"/>
          <ac:picMkLst>
            <pc:docMk/>
            <pc:sldMk cId="0" sldId="265"/>
            <ac:picMk id="11" creationId="{9B384438-55A0-9E1B-7C67-E428F137FE6F}"/>
          </ac:picMkLst>
        </pc:picChg>
        <pc:picChg chg="add mod">
          <ac:chgData name="Karel Dieussaert" userId="25362131-4d5f-4b85-b1a1-5a7b44980067" providerId="ADAL" clId="{1EC8AB66-9A3A-48C0-931B-A8EBCF438A2A}" dt="2025-09-22T12:53:56.370" v="5977" actId="14100"/>
          <ac:picMkLst>
            <pc:docMk/>
            <pc:sldMk cId="0" sldId="265"/>
            <ac:picMk id="13" creationId="{7B7BBB98-004D-A50C-D485-00FD9035F26B}"/>
          </ac:picMkLst>
        </pc:picChg>
        <pc:picChg chg="add mod">
          <ac:chgData name="Karel Dieussaert" userId="25362131-4d5f-4b85-b1a1-5a7b44980067" providerId="ADAL" clId="{1EC8AB66-9A3A-48C0-931B-A8EBCF438A2A}" dt="2025-09-22T12:53:53.511" v="5976" actId="14100"/>
          <ac:picMkLst>
            <pc:docMk/>
            <pc:sldMk cId="0" sldId="265"/>
            <ac:picMk id="15" creationId="{2190289A-C0BE-005A-5CDA-CCC589664995}"/>
          </ac:picMkLst>
        </pc:picChg>
        <pc:picChg chg="add mod ord">
          <ac:chgData name="Karel Dieussaert" userId="25362131-4d5f-4b85-b1a1-5a7b44980067" providerId="ADAL" clId="{1EC8AB66-9A3A-48C0-931B-A8EBCF438A2A}" dt="2025-09-22T13:15:31.511" v="6343" actId="1038"/>
          <ac:picMkLst>
            <pc:docMk/>
            <pc:sldMk cId="0" sldId="265"/>
            <ac:picMk id="23" creationId="{CEB7DC66-1DE2-2A37-23B6-9E7703EFECA6}"/>
          </ac:picMkLst>
        </pc:picChg>
      </pc:sldChg>
      <pc:sldChg chg="modSp add del mod chgLayout">
        <pc:chgData name="Karel Dieussaert" userId="25362131-4d5f-4b85-b1a1-5a7b44980067" providerId="ADAL" clId="{1EC8AB66-9A3A-48C0-931B-A8EBCF438A2A}" dt="2025-09-22T08:59:40.898" v="4727" actId="2696"/>
        <pc:sldMkLst>
          <pc:docMk/>
          <pc:sldMk cId="0" sldId="266"/>
        </pc:sldMkLst>
        <pc:spChg chg="mod ord">
          <ac:chgData name="Karel Dieussaert" userId="25362131-4d5f-4b85-b1a1-5a7b44980067" providerId="ADAL" clId="{1EC8AB66-9A3A-48C0-931B-A8EBCF438A2A}" dt="2025-09-22T08:58:48.085" v="4693" actId="21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add del mod delAnim modAnim chgLayout">
        <pc:chgData name="Karel Dieussaert" userId="25362131-4d5f-4b85-b1a1-5a7b44980067" providerId="ADAL" clId="{1EC8AB66-9A3A-48C0-931B-A8EBCF438A2A}" dt="2025-09-22T14:59:30.893" v="7359" actId="2696"/>
        <pc:sldMkLst>
          <pc:docMk/>
          <pc:sldMk cId="0" sldId="267"/>
        </pc:sldMkLst>
        <pc:spChg chg="del mod ord">
          <ac:chgData name="Karel Dieussaert" userId="25362131-4d5f-4b85-b1a1-5a7b44980067" providerId="ADAL" clId="{1EC8AB66-9A3A-48C0-931B-A8EBCF438A2A}" dt="2025-09-22T14:58:20.925" v="7357"/>
          <ac:spMkLst>
            <pc:docMk/>
            <pc:sldMk cId="0" sldId="267"/>
            <ac:spMk id="3" creationId="{00000000-0000-0000-0000-000000000000}"/>
          </ac:spMkLst>
        </pc:spChg>
        <pc:spChg chg="add mod">
          <ac:chgData name="Karel Dieussaert" userId="25362131-4d5f-4b85-b1a1-5a7b44980067" providerId="ADAL" clId="{1EC8AB66-9A3A-48C0-931B-A8EBCF438A2A}" dt="2025-09-22T14:59:25.529" v="7358" actId="478"/>
          <ac:spMkLst>
            <pc:docMk/>
            <pc:sldMk cId="0" sldId="267"/>
            <ac:spMk id="6" creationId="{AD3808E6-2EDF-D0DE-8C9E-D201FBE00E8D}"/>
          </ac:spMkLst>
        </pc:spChg>
        <pc:picChg chg="add del mod">
          <ac:chgData name="Karel Dieussaert" userId="25362131-4d5f-4b85-b1a1-5a7b44980067" providerId="ADAL" clId="{1EC8AB66-9A3A-48C0-931B-A8EBCF438A2A}" dt="2025-09-22T14:59:25.529" v="7358" actId="478"/>
          <ac:picMkLst>
            <pc:docMk/>
            <pc:sldMk cId="0" sldId="267"/>
            <ac:picMk id="4" creationId="{79D190C1-B35A-817F-6EDF-2DABA3B515E6}"/>
          </ac:picMkLst>
        </pc:picChg>
      </pc:sldChg>
      <pc:sldChg chg="modSp add del mod chgLayout">
        <pc:chgData name="Karel Dieussaert" userId="25362131-4d5f-4b85-b1a1-5a7b44980067" providerId="ADAL" clId="{1EC8AB66-9A3A-48C0-931B-A8EBCF438A2A}" dt="2025-09-10T15:35:08.106" v="1356" actId="2696"/>
        <pc:sldMkLst>
          <pc:docMk/>
          <pc:sldMk cId="0" sldId="268"/>
        </pc:sldMkLst>
      </pc:sldChg>
      <pc:sldChg chg="modSp add del mod chgLayout">
        <pc:chgData name="Karel Dieussaert" userId="25362131-4d5f-4b85-b1a1-5a7b44980067" providerId="ADAL" clId="{1EC8AB66-9A3A-48C0-931B-A8EBCF438A2A}" dt="2025-09-10T15:32:21.245" v="1210" actId="2696"/>
        <pc:sldMkLst>
          <pc:docMk/>
          <pc:sldMk cId="0" sldId="269"/>
        </pc:sldMkLst>
      </pc:sldChg>
      <pc:sldChg chg="del mod ord modShow">
        <pc:chgData name="Karel Dieussaert" userId="25362131-4d5f-4b85-b1a1-5a7b44980067" providerId="ADAL" clId="{1EC8AB66-9A3A-48C0-931B-A8EBCF438A2A}" dt="2025-09-22T15:02:53.791" v="7425" actId="2696"/>
        <pc:sldMkLst>
          <pc:docMk/>
          <pc:sldMk cId="3242594460" sldId="323"/>
        </pc:sldMkLst>
      </pc:sldChg>
      <pc:sldChg chg="addSp delSp modSp mod ord modShow">
        <pc:chgData name="Karel Dieussaert" userId="25362131-4d5f-4b85-b1a1-5a7b44980067" providerId="ADAL" clId="{1EC8AB66-9A3A-48C0-931B-A8EBCF438A2A}" dt="2025-09-22T21:50:18.584" v="9341" actId="20577"/>
        <pc:sldMkLst>
          <pc:docMk/>
          <pc:sldMk cId="488320916" sldId="358"/>
        </pc:sldMkLst>
        <pc:spChg chg="mod">
          <ac:chgData name="Karel Dieussaert" userId="25362131-4d5f-4b85-b1a1-5a7b44980067" providerId="ADAL" clId="{1EC8AB66-9A3A-48C0-931B-A8EBCF438A2A}" dt="2025-09-16T06:40:31.854" v="2135" actId="1076"/>
          <ac:spMkLst>
            <pc:docMk/>
            <pc:sldMk cId="488320916" sldId="358"/>
            <ac:spMk id="2" creationId="{2CE50B8A-95AC-F64B-BED4-B6532F4F5455}"/>
          </ac:spMkLst>
        </pc:spChg>
        <pc:spChg chg="add mod">
          <ac:chgData name="Karel Dieussaert" userId="25362131-4d5f-4b85-b1a1-5a7b44980067" providerId="ADAL" clId="{1EC8AB66-9A3A-48C0-931B-A8EBCF438A2A}" dt="2025-09-16T06:40:19.376" v="2133" actId="1076"/>
          <ac:spMkLst>
            <pc:docMk/>
            <pc:sldMk cId="488320916" sldId="358"/>
            <ac:spMk id="4" creationId="{359858AE-0FD2-A963-B583-B44B975BD4C3}"/>
          </ac:spMkLst>
        </pc:spChg>
        <pc:spChg chg="mod">
          <ac:chgData name="Karel Dieussaert" userId="25362131-4d5f-4b85-b1a1-5a7b44980067" providerId="ADAL" clId="{1EC8AB66-9A3A-48C0-931B-A8EBCF438A2A}" dt="2025-09-22T21:50:18.584" v="9341" actId="20577"/>
          <ac:spMkLst>
            <pc:docMk/>
            <pc:sldMk cId="488320916" sldId="358"/>
            <ac:spMk id="5" creationId="{3AD4A4BE-F96A-EB82-113C-50A3EA4CAE08}"/>
          </ac:spMkLst>
        </pc:spChg>
        <pc:spChg chg="add mod">
          <ac:chgData name="Karel Dieussaert" userId="25362131-4d5f-4b85-b1a1-5a7b44980067" providerId="ADAL" clId="{1EC8AB66-9A3A-48C0-931B-A8EBCF438A2A}" dt="2025-09-22T15:46:20.402" v="7616" actId="255"/>
          <ac:spMkLst>
            <pc:docMk/>
            <pc:sldMk cId="488320916" sldId="358"/>
            <ac:spMk id="7" creationId="{667EBC4C-F41F-2A42-8463-0D3850F93E09}"/>
          </ac:spMkLst>
        </pc:spChg>
        <pc:spChg chg="mod">
          <ac:chgData name="Karel Dieussaert" userId="25362131-4d5f-4b85-b1a1-5a7b44980067" providerId="ADAL" clId="{1EC8AB66-9A3A-48C0-931B-A8EBCF438A2A}" dt="2025-09-22T15:46:53.702" v="7619" actId="1076"/>
          <ac:spMkLst>
            <pc:docMk/>
            <pc:sldMk cId="488320916" sldId="358"/>
            <ac:spMk id="10" creationId="{5B955966-64D7-9A44-EF90-D78FBA51E9F2}"/>
          </ac:spMkLst>
        </pc:spChg>
        <pc:picChg chg="mod">
          <ac:chgData name="Karel Dieussaert" userId="25362131-4d5f-4b85-b1a1-5a7b44980067" providerId="ADAL" clId="{1EC8AB66-9A3A-48C0-931B-A8EBCF438A2A}" dt="2025-09-22T15:46:33.709" v="7618" actId="1076"/>
          <ac:picMkLst>
            <pc:docMk/>
            <pc:sldMk cId="488320916" sldId="358"/>
            <ac:picMk id="6" creationId="{2ADE0331-6636-A9B9-592E-76341A0502D3}"/>
          </ac:picMkLst>
        </pc:picChg>
      </pc:sldChg>
      <pc:sldChg chg="addSp delSp modSp mod ord modAnim modShow">
        <pc:chgData name="Karel Dieussaert" userId="25362131-4d5f-4b85-b1a1-5a7b44980067" providerId="ADAL" clId="{1EC8AB66-9A3A-48C0-931B-A8EBCF438A2A}" dt="2025-09-22T21:34:56.410" v="9337"/>
        <pc:sldMkLst>
          <pc:docMk/>
          <pc:sldMk cId="1243972452" sldId="364"/>
        </pc:sldMkLst>
        <pc:spChg chg="mod">
          <ac:chgData name="Karel Dieussaert" userId="25362131-4d5f-4b85-b1a1-5a7b44980067" providerId="ADAL" clId="{1EC8AB66-9A3A-48C0-931B-A8EBCF438A2A}" dt="2025-09-10T15:05:24.665" v="464" actId="20577"/>
          <ac:spMkLst>
            <pc:docMk/>
            <pc:sldMk cId="1243972452" sldId="364"/>
            <ac:spMk id="2" creationId="{D75C9960-30D1-AD23-96E0-516D07F699C4}"/>
          </ac:spMkLst>
        </pc:spChg>
        <pc:spChg chg="mod">
          <ac:chgData name="Karel Dieussaert" userId="25362131-4d5f-4b85-b1a1-5a7b44980067" providerId="ADAL" clId="{1EC8AB66-9A3A-48C0-931B-A8EBCF438A2A}" dt="2025-09-22T08:44:40.480" v="4602" actId="14100"/>
          <ac:spMkLst>
            <pc:docMk/>
            <pc:sldMk cId="1243972452" sldId="364"/>
            <ac:spMk id="3" creationId="{1D0DD052-D2CB-5E43-7791-7F8D99D00848}"/>
          </ac:spMkLst>
        </pc:spChg>
        <pc:spChg chg="mod">
          <ac:chgData name="Karel Dieussaert" userId="25362131-4d5f-4b85-b1a1-5a7b44980067" providerId="ADAL" clId="{1EC8AB66-9A3A-48C0-931B-A8EBCF438A2A}" dt="2025-09-22T15:51:42.857" v="7645" actId="1076"/>
          <ac:spMkLst>
            <pc:docMk/>
            <pc:sldMk cId="1243972452" sldId="364"/>
            <ac:spMk id="4" creationId="{A70651A3-5669-62FA-9E1E-26466D3CA11A}"/>
          </ac:spMkLst>
        </pc:spChg>
        <pc:spChg chg="add mod">
          <ac:chgData name="Karel Dieussaert" userId="25362131-4d5f-4b85-b1a1-5a7b44980067" providerId="ADAL" clId="{1EC8AB66-9A3A-48C0-931B-A8EBCF438A2A}" dt="2025-09-22T15:53:06.592" v="7714" actId="113"/>
          <ac:spMkLst>
            <pc:docMk/>
            <pc:sldMk cId="1243972452" sldId="364"/>
            <ac:spMk id="8" creationId="{D33F9616-51DA-ECF3-CAB4-8258826D0E25}"/>
          </ac:spMkLst>
        </pc:spChg>
        <pc:spChg chg="add mod ord">
          <ac:chgData name="Karel Dieussaert" userId="25362131-4d5f-4b85-b1a1-5a7b44980067" providerId="ADAL" clId="{1EC8AB66-9A3A-48C0-931B-A8EBCF438A2A}" dt="2025-09-22T09:04:36.899" v="4783" actId="14100"/>
          <ac:spMkLst>
            <pc:docMk/>
            <pc:sldMk cId="1243972452" sldId="364"/>
            <ac:spMk id="9" creationId="{D6AC1F59-F373-9E0C-162A-90C88C258584}"/>
          </ac:spMkLst>
        </pc:spChg>
        <pc:spChg chg="add mod">
          <ac:chgData name="Karel Dieussaert" userId="25362131-4d5f-4b85-b1a1-5a7b44980067" providerId="ADAL" clId="{1EC8AB66-9A3A-48C0-931B-A8EBCF438A2A}" dt="2025-09-22T15:25:56.048" v="7534" actId="1076"/>
          <ac:spMkLst>
            <pc:docMk/>
            <pc:sldMk cId="1243972452" sldId="364"/>
            <ac:spMk id="10" creationId="{2229EB83-C7D6-4E82-7F42-831ADAE12E93}"/>
          </ac:spMkLst>
        </pc:spChg>
        <pc:spChg chg="add mod">
          <ac:chgData name="Karel Dieussaert" userId="25362131-4d5f-4b85-b1a1-5a7b44980067" providerId="ADAL" clId="{1EC8AB66-9A3A-48C0-931B-A8EBCF438A2A}" dt="2025-09-22T15:28:19.350" v="7605" actId="20577"/>
          <ac:spMkLst>
            <pc:docMk/>
            <pc:sldMk cId="1243972452" sldId="364"/>
            <ac:spMk id="12" creationId="{446EE34D-F6EB-DFB1-1BB9-3E6D37C1DC19}"/>
          </ac:spMkLst>
        </pc:spChg>
        <pc:spChg chg="add mod">
          <ac:chgData name="Karel Dieussaert" userId="25362131-4d5f-4b85-b1a1-5a7b44980067" providerId="ADAL" clId="{1EC8AB66-9A3A-48C0-931B-A8EBCF438A2A}" dt="2025-09-22T15:26:22.015" v="7554" actId="1076"/>
          <ac:spMkLst>
            <pc:docMk/>
            <pc:sldMk cId="1243972452" sldId="364"/>
            <ac:spMk id="13" creationId="{7E31F584-B76D-78BC-FE72-78604BF83BA8}"/>
          </ac:spMkLst>
        </pc:spChg>
        <pc:spChg chg="add mod">
          <ac:chgData name="Karel Dieussaert" userId="25362131-4d5f-4b85-b1a1-5a7b44980067" providerId="ADAL" clId="{1EC8AB66-9A3A-48C0-931B-A8EBCF438A2A}" dt="2025-09-22T15:29:06.925" v="7610" actId="1076"/>
          <ac:spMkLst>
            <pc:docMk/>
            <pc:sldMk cId="1243972452" sldId="364"/>
            <ac:spMk id="15" creationId="{B6904F5C-719F-919F-8A9A-61D85E13333B}"/>
          </ac:spMkLst>
        </pc:spChg>
        <pc:spChg chg="add mod">
          <ac:chgData name="Karel Dieussaert" userId="25362131-4d5f-4b85-b1a1-5a7b44980067" providerId="ADAL" clId="{1EC8AB66-9A3A-48C0-931B-A8EBCF438A2A}" dt="2025-09-16T06:55:22.427" v="2417" actId="14100"/>
          <ac:spMkLst>
            <pc:docMk/>
            <pc:sldMk cId="1243972452" sldId="364"/>
            <ac:spMk id="16" creationId="{F5F27928-3105-E263-7B22-598564A65EF0}"/>
          </ac:spMkLst>
        </pc:spChg>
        <pc:spChg chg="add mod">
          <ac:chgData name="Karel Dieussaert" userId="25362131-4d5f-4b85-b1a1-5a7b44980067" providerId="ADAL" clId="{1EC8AB66-9A3A-48C0-931B-A8EBCF438A2A}" dt="2025-09-16T06:56:14.453" v="2465" actId="1076"/>
          <ac:spMkLst>
            <pc:docMk/>
            <pc:sldMk cId="1243972452" sldId="364"/>
            <ac:spMk id="17" creationId="{6234A0B8-DADC-A603-D173-93871B8ABAC3}"/>
          </ac:spMkLst>
        </pc:spChg>
        <pc:spChg chg="add mod">
          <ac:chgData name="Karel Dieussaert" userId="25362131-4d5f-4b85-b1a1-5a7b44980067" providerId="ADAL" clId="{1EC8AB66-9A3A-48C0-931B-A8EBCF438A2A}" dt="2025-09-22T09:05:09.690" v="4800" actId="1076"/>
          <ac:spMkLst>
            <pc:docMk/>
            <pc:sldMk cId="1243972452" sldId="364"/>
            <ac:spMk id="18" creationId="{30B72C98-B04B-7D42-92D7-2F0DD3776A34}"/>
          </ac:spMkLst>
        </pc:spChg>
        <pc:spChg chg="add mod">
          <ac:chgData name="Karel Dieussaert" userId="25362131-4d5f-4b85-b1a1-5a7b44980067" providerId="ADAL" clId="{1EC8AB66-9A3A-48C0-931B-A8EBCF438A2A}" dt="2025-09-22T15:26:18.425" v="7553" actId="1076"/>
          <ac:spMkLst>
            <pc:docMk/>
            <pc:sldMk cId="1243972452" sldId="364"/>
            <ac:spMk id="19" creationId="{657991A9-909F-FF69-0887-F78397A3E9DA}"/>
          </ac:spMkLst>
        </pc:spChg>
        <pc:spChg chg="add mod">
          <ac:chgData name="Karel Dieussaert" userId="25362131-4d5f-4b85-b1a1-5a7b44980067" providerId="ADAL" clId="{1EC8AB66-9A3A-48C0-931B-A8EBCF438A2A}" dt="2025-09-22T15:26:03.535" v="7543" actId="20577"/>
          <ac:spMkLst>
            <pc:docMk/>
            <pc:sldMk cId="1243972452" sldId="364"/>
            <ac:spMk id="20" creationId="{0FF517AA-D95E-4475-6084-70E086C1FEBD}"/>
          </ac:spMkLst>
        </pc:spChg>
        <pc:spChg chg="add mod">
          <ac:chgData name="Karel Dieussaert" userId="25362131-4d5f-4b85-b1a1-5a7b44980067" providerId="ADAL" clId="{1EC8AB66-9A3A-48C0-931B-A8EBCF438A2A}" dt="2025-09-22T15:25:58.379" v="7535" actId="1076"/>
          <ac:spMkLst>
            <pc:docMk/>
            <pc:sldMk cId="1243972452" sldId="364"/>
            <ac:spMk id="21" creationId="{DD00A4C9-E34D-CC6D-0B82-E69250386220}"/>
          </ac:spMkLst>
        </pc:spChg>
        <pc:picChg chg="mod">
          <ac:chgData name="Karel Dieussaert" userId="25362131-4d5f-4b85-b1a1-5a7b44980067" providerId="ADAL" clId="{1EC8AB66-9A3A-48C0-931B-A8EBCF438A2A}" dt="2025-09-22T08:43:13.298" v="4585" actId="14100"/>
          <ac:picMkLst>
            <pc:docMk/>
            <pc:sldMk cId="1243972452" sldId="364"/>
            <ac:picMk id="6" creationId="{32334D18-9DE7-92DF-A877-B23E54312CA0}"/>
          </ac:picMkLst>
        </pc:picChg>
        <pc:picChg chg="mod">
          <ac:chgData name="Karel Dieussaert" userId="25362131-4d5f-4b85-b1a1-5a7b44980067" providerId="ADAL" clId="{1EC8AB66-9A3A-48C0-931B-A8EBCF438A2A}" dt="2025-09-22T21:28:31.044" v="9310" actId="1076"/>
          <ac:picMkLst>
            <pc:docMk/>
            <pc:sldMk cId="1243972452" sldId="364"/>
            <ac:picMk id="7" creationId="{DE831E5B-FE96-EC54-5701-E602AE7560A9}"/>
          </ac:picMkLst>
        </pc:picChg>
        <pc:picChg chg="add mod">
          <ac:chgData name="Karel Dieussaert" userId="25362131-4d5f-4b85-b1a1-5a7b44980067" providerId="ADAL" clId="{1EC8AB66-9A3A-48C0-931B-A8EBCF438A2A}" dt="2025-09-16T06:49:09.431" v="2246" actId="1037"/>
          <ac:picMkLst>
            <pc:docMk/>
            <pc:sldMk cId="1243972452" sldId="364"/>
            <ac:picMk id="11" creationId="{CDCEFDE0-0EFA-28BC-FD9F-1F2A4F39FAF6}"/>
          </ac:picMkLst>
        </pc:picChg>
        <pc:picChg chg="add mod">
          <ac:chgData name="Karel Dieussaert" userId="25362131-4d5f-4b85-b1a1-5a7b44980067" providerId="ADAL" clId="{1EC8AB66-9A3A-48C0-931B-A8EBCF438A2A}" dt="2025-09-22T19:35:55.740" v="8687" actId="1076"/>
          <ac:picMkLst>
            <pc:docMk/>
            <pc:sldMk cId="1243972452" sldId="364"/>
            <ac:picMk id="14" creationId="{B8EBC4F1-1867-C644-B87E-185914253AB1}"/>
          </ac:picMkLst>
        </pc:picChg>
        <pc:picChg chg="add mod">
          <ac:chgData name="Karel Dieussaert" userId="25362131-4d5f-4b85-b1a1-5a7b44980067" providerId="ADAL" clId="{1EC8AB66-9A3A-48C0-931B-A8EBCF438A2A}" dt="2025-09-22T19:36:25.419" v="8694" actId="1076"/>
          <ac:picMkLst>
            <pc:docMk/>
            <pc:sldMk cId="1243972452" sldId="364"/>
            <ac:picMk id="22" creationId="{1DA1489C-75D3-580C-59BC-3497F31E328B}"/>
          </ac:picMkLst>
        </pc:picChg>
        <pc:picChg chg="add mod">
          <ac:chgData name="Karel Dieussaert" userId="25362131-4d5f-4b85-b1a1-5a7b44980067" providerId="ADAL" clId="{1EC8AB66-9A3A-48C0-931B-A8EBCF438A2A}" dt="2025-09-22T19:36:33.426" v="8695" actId="1076"/>
          <ac:picMkLst>
            <pc:docMk/>
            <pc:sldMk cId="1243972452" sldId="364"/>
            <ac:picMk id="23" creationId="{8F3C3948-3F84-0826-7906-58715EEE5493}"/>
          </ac:picMkLst>
        </pc:picChg>
      </pc:sldChg>
      <pc:sldChg chg="addSp delSp modSp mod ord modShow">
        <pc:chgData name="Karel Dieussaert" userId="25362131-4d5f-4b85-b1a1-5a7b44980067" providerId="ADAL" clId="{1EC8AB66-9A3A-48C0-931B-A8EBCF438A2A}" dt="2025-09-18T14:27:08.779" v="4076"/>
        <pc:sldMkLst>
          <pc:docMk/>
          <pc:sldMk cId="3754659774" sldId="365"/>
        </pc:sldMkLst>
        <pc:spChg chg="add mod">
          <ac:chgData name="Karel Dieussaert" userId="25362131-4d5f-4b85-b1a1-5a7b44980067" providerId="ADAL" clId="{1EC8AB66-9A3A-48C0-931B-A8EBCF438A2A}" dt="2025-09-10T15:18:18.155" v="766"/>
          <ac:spMkLst>
            <pc:docMk/>
            <pc:sldMk cId="3754659774" sldId="365"/>
            <ac:spMk id="6" creationId="{FE0E0BFD-FCCF-1539-7C15-F1AE16A71F66}"/>
          </ac:spMkLst>
        </pc:spChg>
        <pc:spChg chg="mod">
          <ac:chgData name="Karel Dieussaert" userId="25362131-4d5f-4b85-b1a1-5a7b44980067" providerId="ADAL" clId="{1EC8AB66-9A3A-48C0-931B-A8EBCF438A2A}" dt="2025-09-10T15:19:50.640" v="809" actId="313"/>
          <ac:spMkLst>
            <pc:docMk/>
            <pc:sldMk cId="3754659774" sldId="365"/>
            <ac:spMk id="11" creationId="{1B4EAF8B-E7DB-BDF0-925B-0F4FB5432D04}"/>
          </ac:spMkLst>
        </pc:spChg>
        <pc:picChg chg="mod">
          <ac:chgData name="Karel Dieussaert" userId="25362131-4d5f-4b85-b1a1-5a7b44980067" providerId="ADAL" clId="{1EC8AB66-9A3A-48C0-931B-A8EBCF438A2A}" dt="2025-09-10T15:18:24.644" v="767" actId="1076"/>
          <ac:picMkLst>
            <pc:docMk/>
            <pc:sldMk cId="3754659774" sldId="365"/>
            <ac:picMk id="5" creationId="{73D84E1E-8650-E834-001C-4BECB1B29105}"/>
          </ac:picMkLst>
        </pc:picChg>
      </pc:sldChg>
      <pc:sldChg chg="delSp modSp mod ord chgLayout">
        <pc:chgData name="Karel Dieussaert" userId="25362131-4d5f-4b85-b1a1-5a7b44980067" providerId="ADAL" clId="{1EC8AB66-9A3A-48C0-931B-A8EBCF438A2A}" dt="2025-09-10T15:02:57.885" v="426" actId="20577"/>
        <pc:sldMkLst>
          <pc:docMk/>
          <pc:sldMk cId="860854586" sldId="366"/>
        </pc:sldMkLst>
        <pc:spChg chg="mod ord">
          <ac:chgData name="Karel Dieussaert" userId="25362131-4d5f-4b85-b1a1-5a7b44980067" providerId="ADAL" clId="{1EC8AB66-9A3A-48C0-931B-A8EBCF438A2A}" dt="2025-09-10T13:37:41.578" v="120" actId="20577"/>
          <ac:spMkLst>
            <pc:docMk/>
            <pc:sldMk cId="860854586" sldId="366"/>
            <ac:spMk id="2" creationId="{F94212AA-7DCB-9111-3DE2-F4CE42EC3972}"/>
          </ac:spMkLst>
        </pc:spChg>
        <pc:spChg chg="mod ord">
          <ac:chgData name="Karel Dieussaert" userId="25362131-4d5f-4b85-b1a1-5a7b44980067" providerId="ADAL" clId="{1EC8AB66-9A3A-48C0-931B-A8EBCF438A2A}" dt="2025-09-10T15:02:57.885" v="426" actId="20577"/>
          <ac:spMkLst>
            <pc:docMk/>
            <pc:sldMk cId="860854586" sldId="366"/>
            <ac:spMk id="3" creationId="{F739BDFD-03C2-6534-3B0F-4B9FAF11ADA7}"/>
          </ac:spMkLst>
        </pc:spChg>
      </pc:sldChg>
      <pc:sldChg chg="del mod ord modShow">
        <pc:chgData name="Karel Dieussaert" userId="25362131-4d5f-4b85-b1a1-5a7b44980067" providerId="ADAL" clId="{1EC8AB66-9A3A-48C0-931B-A8EBCF438A2A}" dt="2025-09-18T14:29:07.432" v="4088" actId="2696"/>
        <pc:sldMkLst>
          <pc:docMk/>
          <pc:sldMk cId="3402763438" sldId="367"/>
        </pc:sldMkLst>
      </pc:sldChg>
      <pc:sldChg chg="del mod ord modShow">
        <pc:chgData name="Karel Dieussaert" userId="25362131-4d5f-4b85-b1a1-5a7b44980067" providerId="ADAL" clId="{1EC8AB66-9A3A-48C0-931B-A8EBCF438A2A}" dt="2025-09-22T15:02:53.791" v="7425" actId="2696"/>
        <pc:sldMkLst>
          <pc:docMk/>
          <pc:sldMk cId="752118432" sldId="368"/>
        </pc:sldMkLst>
      </pc:sldChg>
      <pc:sldChg chg="modSp del mod ord modShow">
        <pc:chgData name="Karel Dieussaert" userId="25362131-4d5f-4b85-b1a1-5a7b44980067" providerId="ADAL" clId="{1EC8AB66-9A3A-48C0-931B-A8EBCF438A2A}" dt="2025-09-18T14:26:31.549" v="4074" actId="2696"/>
        <pc:sldMkLst>
          <pc:docMk/>
          <pc:sldMk cId="3590906967" sldId="371"/>
        </pc:sldMkLst>
      </pc:sldChg>
      <pc:sldChg chg="del mod ord modShow">
        <pc:chgData name="Karel Dieussaert" userId="25362131-4d5f-4b85-b1a1-5a7b44980067" providerId="ADAL" clId="{1EC8AB66-9A3A-48C0-931B-A8EBCF438A2A}" dt="2025-09-22T15:02:53.791" v="7425" actId="2696"/>
        <pc:sldMkLst>
          <pc:docMk/>
          <pc:sldMk cId="960647915" sldId="372"/>
        </pc:sldMkLst>
      </pc:sldChg>
      <pc:sldChg chg="modSp mod ord modShow">
        <pc:chgData name="Karel Dieussaert" userId="25362131-4d5f-4b85-b1a1-5a7b44980067" providerId="ADAL" clId="{1EC8AB66-9A3A-48C0-931B-A8EBCF438A2A}" dt="2025-09-22T20:51:19.491" v="9249" actId="6549"/>
        <pc:sldMkLst>
          <pc:docMk/>
          <pc:sldMk cId="1518186776" sldId="375"/>
        </pc:sldMkLst>
        <pc:spChg chg="mod">
          <ac:chgData name="Karel Dieussaert" userId="25362131-4d5f-4b85-b1a1-5a7b44980067" providerId="ADAL" clId="{1EC8AB66-9A3A-48C0-931B-A8EBCF438A2A}" dt="2025-09-10T15:32:32.356" v="1217" actId="20577"/>
          <ac:spMkLst>
            <pc:docMk/>
            <pc:sldMk cId="1518186776" sldId="375"/>
            <ac:spMk id="2" creationId="{17CE2099-7A14-0824-F16D-6AD7BE165665}"/>
          </ac:spMkLst>
        </pc:spChg>
        <pc:spChg chg="mod">
          <ac:chgData name="Karel Dieussaert" userId="25362131-4d5f-4b85-b1a1-5a7b44980067" providerId="ADAL" clId="{1EC8AB66-9A3A-48C0-931B-A8EBCF438A2A}" dt="2025-09-22T20:51:19.491" v="9249" actId="6549"/>
          <ac:spMkLst>
            <pc:docMk/>
            <pc:sldMk cId="1518186776" sldId="375"/>
            <ac:spMk id="3" creationId="{FC6E28B6-AC5B-3034-7C38-475810B455D7}"/>
          </ac:spMkLst>
        </pc:spChg>
      </pc:sldChg>
      <pc:sldChg chg="addSp delSp modSp mod ord modShow">
        <pc:chgData name="Karel Dieussaert" userId="25362131-4d5f-4b85-b1a1-5a7b44980067" providerId="ADAL" clId="{1EC8AB66-9A3A-48C0-931B-A8EBCF438A2A}" dt="2025-09-22T21:09:55.456" v="9307" actId="20577"/>
        <pc:sldMkLst>
          <pc:docMk/>
          <pc:sldMk cId="2322693329" sldId="376"/>
        </pc:sldMkLst>
        <pc:spChg chg="del">
          <ac:chgData name="Karel Dieussaert" userId="25362131-4d5f-4b85-b1a1-5a7b44980067" providerId="ADAL" clId="{1EC8AB66-9A3A-48C0-931B-A8EBCF438A2A}" dt="2025-09-22T11:48:42.176" v="5837" actId="478"/>
          <ac:spMkLst>
            <pc:docMk/>
            <pc:sldMk cId="2322693329" sldId="376"/>
            <ac:spMk id="3" creationId="{E48B9C95-F66F-B35F-F5AC-2B2C1034CD2C}"/>
          </ac:spMkLst>
        </pc:spChg>
        <pc:spChg chg="add del mod">
          <ac:chgData name="Karel Dieussaert" userId="25362131-4d5f-4b85-b1a1-5a7b44980067" providerId="ADAL" clId="{1EC8AB66-9A3A-48C0-931B-A8EBCF438A2A}" dt="2025-09-22T11:51:40.198" v="5842" actId="478"/>
          <ac:spMkLst>
            <pc:docMk/>
            <pc:sldMk cId="2322693329" sldId="376"/>
            <ac:spMk id="5" creationId="{C7F5C241-85EF-BD92-A7D5-8149AF0CB24D}"/>
          </ac:spMkLst>
        </pc:spChg>
        <pc:spChg chg="add mod">
          <ac:chgData name="Karel Dieussaert" userId="25362131-4d5f-4b85-b1a1-5a7b44980067" providerId="ADAL" clId="{1EC8AB66-9A3A-48C0-931B-A8EBCF438A2A}" dt="2025-09-22T21:09:49.740" v="9306" actId="20577"/>
          <ac:spMkLst>
            <pc:docMk/>
            <pc:sldMk cId="2322693329" sldId="376"/>
            <ac:spMk id="7" creationId="{73ACC0D0-2132-F0C7-6DF6-B57FE01E02E8}"/>
          </ac:spMkLst>
        </pc:spChg>
        <pc:spChg chg="add mod">
          <ac:chgData name="Karel Dieussaert" userId="25362131-4d5f-4b85-b1a1-5a7b44980067" providerId="ADAL" clId="{1EC8AB66-9A3A-48C0-931B-A8EBCF438A2A}" dt="2025-09-22T21:09:55.456" v="9307" actId="20577"/>
          <ac:spMkLst>
            <pc:docMk/>
            <pc:sldMk cId="2322693329" sldId="376"/>
            <ac:spMk id="8" creationId="{EDE35DE2-F650-9B6E-1839-490267ECEE2F}"/>
          </ac:spMkLst>
        </pc:spChg>
        <pc:spChg chg="add mod">
          <ac:chgData name="Karel Dieussaert" userId="25362131-4d5f-4b85-b1a1-5a7b44980067" providerId="ADAL" clId="{1EC8AB66-9A3A-48C0-931B-A8EBCF438A2A}" dt="2025-09-10T15:17:25.095" v="758"/>
          <ac:spMkLst>
            <pc:docMk/>
            <pc:sldMk cId="2322693329" sldId="376"/>
            <ac:spMk id="10" creationId="{7A384820-E169-8CD8-3D1E-2ED7876947F4}"/>
          </ac:spMkLst>
        </pc:spChg>
        <pc:spChg chg="add mod">
          <ac:chgData name="Karel Dieussaert" userId="25362131-4d5f-4b85-b1a1-5a7b44980067" providerId="ADAL" clId="{1EC8AB66-9A3A-48C0-931B-A8EBCF438A2A}" dt="2025-09-10T15:17:55.089" v="763"/>
          <ac:spMkLst>
            <pc:docMk/>
            <pc:sldMk cId="2322693329" sldId="376"/>
            <ac:spMk id="12" creationId="{F5F20773-EA7E-91F8-1655-8C2421DBF86C}"/>
          </ac:spMkLst>
        </pc:spChg>
        <pc:spChg chg="add mod">
          <ac:chgData name="Karel Dieussaert" userId="25362131-4d5f-4b85-b1a1-5a7b44980067" providerId="ADAL" clId="{1EC8AB66-9A3A-48C0-931B-A8EBCF438A2A}" dt="2025-09-22T11:52:31.068" v="5896" actId="1076"/>
          <ac:spMkLst>
            <pc:docMk/>
            <pc:sldMk cId="2322693329" sldId="376"/>
            <ac:spMk id="14" creationId="{F34AA59E-72CE-DD09-7D1B-D2033FABBE1A}"/>
          </ac:spMkLst>
        </pc:spChg>
        <pc:picChg chg="mod">
          <ac:chgData name="Karel Dieussaert" userId="25362131-4d5f-4b85-b1a1-5a7b44980067" providerId="ADAL" clId="{1EC8AB66-9A3A-48C0-931B-A8EBCF438A2A}" dt="2025-09-10T15:19:15.664" v="777" actId="1076"/>
          <ac:picMkLst>
            <pc:docMk/>
            <pc:sldMk cId="2322693329" sldId="376"/>
            <ac:picMk id="4" creationId="{8F87348D-D913-A33E-752E-918701713467}"/>
          </ac:picMkLst>
        </pc:picChg>
        <pc:picChg chg="mod">
          <ac:chgData name="Karel Dieussaert" userId="25362131-4d5f-4b85-b1a1-5a7b44980067" providerId="ADAL" clId="{1EC8AB66-9A3A-48C0-931B-A8EBCF438A2A}" dt="2025-09-10T15:17:33.042" v="759" actId="1076"/>
          <ac:picMkLst>
            <pc:docMk/>
            <pc:sldMk cId="2322693329" sldId="376"/>
            <ac:picMk id="6" creationId="{EC29925C-913B-C668-0F5F-3DF1548BBE8D}"/>
          </ac:picMkLst>
        </pc:picChg>
      </pc:sldChg>
      <pc:sldChg chg="addSp delSp modSp mod ord modAnim modShow">
        <pc:chgData name="Karel Dieussaert" userId="25362131-4d5f-4b85-b1a1-5a7b44980067" providerId="ADAL" clId="{1EC8AB66-9A3A-48C0-931B-A8EBCF438A2A}" dt="2025-09-22T11:12:11.961" v="5654" actId="14100"/>
        <pc:sldMkLst>
          <pc:docMk/>
          <pc:sldMk cId="4272467430" sldId="377"/>
        </pc:sldMkLst>
        <pc:spChg chg="mod">
          <ac:chgData name="Karel Dieussaert" userId="25362131-4d5f-4b85-b1a1-5a7b44980067" providerId="ADAL" clId="{1EC8AB66-9A3A-48C0-931B-A8EBCF438A2A}" dt="2025-09-10T15:23:35.292" v="882" actId="20577"/>
          <ac:spMkLst>
            <pc:docMk/>
            <pc:sldMk cId="4272467430" sldId="377"/>
            <ac:spMk id="2" creationId="{CCFAB345-C168-816A-8F1E-F3556FB2D2E9}"/>
          </ac:spMkLst>
        </pc:spChg>
        <pc:spChg chg="mod">
          <ac:chgData name="Karel Dieussaert" userId="25362131-4d5f-4b85-b1a1-5a7b44980067" providerId="ADAL" clId="{1EC8AB66-9A3A-48C0-931B-A8EBCF438A2A}" dt="2025-09-10T15:25:10.600" v="995" actId="1076"/>
          <ac:spMkLst>
            <pc:docMk/>
            <pc:sldMk cId="4272467430" sldId="377"/>
            <ac:spMk id="3" creationId="{2BA684F8-6859-B251-B2DB-9E363C6A2F25}"/>
          </ac:spMkLst>
        </pc:spChg>
        <pc:spChg chg="mod">
          <ac:chgData name="Karel Dieussaert" userId="25362131-4d5f-4b85-b1a1-5a7b44980067" providerId="ADAL" clId="{1EC8AB66-9A3A-48C0-931B-A8EBCF438A2A}" dt="2025-09-10T15:27:25.483" v="1177" actId="20577"/>
          <ac:spMkLst>
            <pc:docMk/>
            <pc:sldMk cId="4272467430" sldId="377"/>
            <ac:spMk id="4" creationId="{F11E8B67-BE34-9CA2-5964-ACF2A6EE9488}"/>
          </ac:spMkLst>
        </pc:spChg>
        <pc:spChg chg="mod">
          <ac:chgData name="Karel Dieussaert" userId="25362131-4d5f-4b85-b1a1-5a7b44980067" providerId="ADAL" clId="{1EC8AB66-9A3A-48C0-931B-A8EBCF438A2A}" dt="2025-09-22T11:11:30.497" v="5626" actId="20577"/>
          <ac:spMkLst>
            <pc:docMk/>
            <pc:sldMk cId="4272467430" sldId="377"/>
            <ac:spMk id="5" creationId="{B70FA014-0C06-B74F-5D64-731A0C0FB4BE}"/>
          </ac:spMkLst>
        </pc:spChg>
        <pc:spChg chg="add del mod">
          <ac:chgData name="Karel Dieussaert" userId="25362131-4d5f-4b85-b1a1-5a7b44980067" providerId="ADAL" clId="{1EC8AB66-9A3A-48C0-931B-A8EBCF438A2A}" dt="2025-09-22T11:11:10.094" v="5613" actId="478"/>
          <ac:spMkLst>
            <pc:docMk/>
            <pc:sldMk cId="4272467430" sldId="377"/>
            <ac:spMk id="6" creationId="{7970FCEE-C813-8F3F-4205-4E5444DC4725}"/>
          </ac:spMkLst>
        </pc:spChg>
        <pc:spChg chg="mod">
          <ac:chgData name="Karel Dieussaert" userId="25362131-4d5f-4b85-b1a1-5a7b44980067" providerId="ADAL" clId="{1EC8AB66-9A3A-48C0-931B-A8EBCF438A2A}" dt="2025-09-22T11:12:11.961" v="5654" actId="14100"/>
          <ac:spMkLst>
            <pc:docMk/>
            <pc:sldMk cId="4272467430" sldId="377"/>
            <ac:spMk id="7" creationId="{8A5A9D86-FD25-A6AB-7F54-D51B66B1BAC8}"/>
          </ac:spMkLst>
        </pc:spChg>
        <pc:spChg chg="mod">
          <ac:chgData name="Karel Dieussaert" userId="25362131-4d5f-4b85-b1a1-5a7b44980067" providerId="ADAL" clId="{1EC8AB66-9A3A-48C0-931B-A8EBCF438A2A}" dt="2025-09-10T15:27:17.029" v="1160" actId="20577"/>
          <ac:spMkLst>
            <pc:docMk/>
            <pc:sldMk cId="4272467430" sldId="377"/>
            <ac:spMk id="8" creationId="{AA604B18-2141-7EB8-58A9-3E1AA28BB665}"/>
          </ac:spMkLst>
        </pc:spChg>
        <pc:spChg chg="mod">
          <ac:chgData name="Karel Dieussaert" userId="25362131-4d5f-4b85-b1a1-5a7b44980067" providerId="ADAL" clId="{1EC8AB66-9A3A-48C0-931B-A8EBCF438A2A}" dt="2025-09-22T11:11:59.444" v="5643" actId="1037"/>
          <ac:spMkLst>
            <pc:docMk/>
            <pc:sldMk cId="4272467430" sldId="377"/>
            <ac:spMk id="9" creationId="{16B17FD7-A094-C042-3067-9FE6F09B8951}"/>
          </ac:spMkLst>
        </pc:spChg>
        <pc:spChg chg="mod">
          <ac:chgData name="Karel Dieussaert" userId="25362131-4d5f-4b85-b1a1-5a7b44980067" providerId="ADAL" clId="{1EC8AB66-9A3A-48C0-931B-A8EBCF438A2A}" dt="2025-09-22T11:11:20.685" v="5616" actId="20577"/>
          <ac:spMkLst>
            <pc:docMk/>
            <pc:sldMk cId="4272467430" sldId="377"/>
            <ac:spMk id="14" creationId="{ED4D4D2C-3D9E-80D4-84A1-EA5675FF3B0B}"/>
          </ac:spMkLst>
        </pc:spChg>
        <pc:spChg chg="mod">
          <ac:chgData name="Karel Dieussaert" userId="25362131-4d5f-4b85-b1a1-5a7b44980067" providerId="ADAL" clId="{1EC8AB66-9A3A-48C0-931B-A8EBCF438A2A}" dt="2025-09-10T15:26:03.025" v="1096" actId="20577"/>
          <ac:spMkLst>
            <pc:docMk/>
            <pc:sldMk cId="4272467430" sldId="377"/>
            <ac:spMk id="15" creationId="{B6FAABFE-6E1B-4EB5-4CE2-F7DE3BDDB42C}"/>
          </ac:spMkLst>
        </pc:spChg>
        <pc:spChg chg="mod">
          <ac:chgData name="Karel Dieussaert" userId="25362131-4d5f-4b85-b1a1-5a7b44980067" providerId="ADAL" clId="{1EC8AB66-9A3A-48C0-931B-A8EBCF438A2A}" dt="2025-09-10T15:25:43.877" v="1070" actId="20577"/>
          <ac:spMkLst>
            <pc:docMk/>
            <pc:sldMk cId="4272467430" sldId="377"/>
            <ac:spMk id="16" creationId="{464A0EF4-524D-F6B8-BDE9-CC89629CF945}"/>
          </ac:spMkLst>
        </pc:spChg>
        <pc:spChg chg="mod">
          <ac:chgData name="Karel Dieussaert" userId="25362131-4d5f-4b85-b1a1-5a7b44980067" providerId="ADAL" clId="{1EC8AB66-9A3A-48C0-931B-A8EBCF438A2A}" dt="2025-09-10T15:27:05.118" v="1146" actId="27636"/>
          <ac:spMkLst>
            <pc:docMk/>
            <pc:sldMk cId="4272467430" sldId="377"/>
            <ac:spMk id="17" creationId="{6967AED2-7FC4-4250-F3A8-CDDABC42D7F1}"/>
          </ac:spMkLst>
        </pc:spChg>
        <pc:picChg chg="mod">
          <ac:chgData name="Karel Dieussaert" userId="25362131-4d5f-4b85-b1a1-5a7b44980067" providerId="ADAL" clId="{1EC8AB66-9A3A-48C0-931B-A8EBCF438A2A}" dt="2025-09-12T14:54:24.507" v="1671" actId="1076"/>
          <ac:picMkLst>
            <pc:docMk/>
            <pc:sldMk cId="4272467430" sldId="377"/>
            <ac:picMk id="4098" creationId="{3B022685-9480-5847-A806-9F89124ABE25}"/>
          </ac:picMkLst>
        </pc:picChg>
      </pc:sldChg>
      <pc:sldChg chg="modSp mod ord modShow">
        <pc:chgData name="Karel Dieussaert" userId="25362131-4d5f-4b85-b1a1-5a7b44980067" providerId="ADAL" clId="{1EC8AB66-9A3A-48C0-931B-A8EBCF438A2A}" dt="2025-09-22T10:02:05.845" v="5249" actId="1076"/>
        <pc:sldMkLst>
          <pc:docMk/>
          <pc:sldMk cId="642389249" sldId="378"/>
        </pc:sldMkLst>
        <pc:spChg chg="mod">
          <ac:chgData name="Karel Dieussaert" userId="25362131-4d5f-4b85-b1a1-5a7b44980067" providerId="ADAL" clId="{1EC8AB66-9A3A-48C0-931B-A8EBCF438A2A}" dt="2025-09-10T15:16:36.560" v="728" actId="1076"/>
          <ac:spMkLst>
            <pc:docMk/>
            <pc:sldMk cId="642389249" sldId="378"/>
            <ac:spMk id="2" creationId="{74E140F3-3E25-226E-DA63-9526CEC3947A}"/>
          </ac:spMkLst>
        </pc:spChg>
        <pc:spChg chg="mod">
          <ac:chgData name="Karel Dieussaert" userId="25362131-4d5f-4b85-b1a1-5a7b44980067" providerId="ADAL" clId="{1EC8AB66-9A3A-48C0-931B-A8EBCF438A2A}" dt="2025-09-10T15:13:56.926" v="684" actId="255"/>
          <ac:spMkLst>
            <pc:docMk/>
            <pc:sldMk cId="642389249" sldId="378"/>
            <ac:spMk id="3" creationId="{9695F53F-92A5-8943-8A8B-95A54F95A5D5}"/>
          </ac:spMkLst>
        </pc:spChg>
        <pc:spChg chg="mod">
          <ac:chgData name="Karel Dieussaert" userId="25362131-4d5f-4b85-b1a1-5a7b44980067" providerId="ADAL" clId="{1EC8AB66-9A3A-48C0-931B-A8EBCF438A2A}" dt="2025-09-22T10:02:05.845" v="5249" actId="1076"/>
          <ac:spMkLst>
            <pc:docMk/>
            <pc:sldMk cId="642389249" sldId="378"/>
            <ac:spMk id="4" creationId="{4E77211F-1771-7468-5BD7-B0C4DF8B1A30}"/>
          </ac:spMkLst>
        </pc:spChg>
        <pc:spChg chg="mod">
          <ac:chgData name="Karel Dieussaert" userId="25362131-4d5f-4b85-b1a1-5a7b44980067" providerId="ADAL" clId="{1EC8AB66-9A3A-48C0-931B-A8EBCF438A2A}" dt="2025-09-10T15:16:12.595" v="723" actId="1076"/>
          <ac:spMkLst>
            <pc:docMk/>
            <pc:sldMk cId="642389249" sldId="378"/>
            <ac:spMk id="5" creationId="{B7636753-EE97-D02A-3925-1A050064CE1F}"/>
          </ac:spMkLst>
        </pc:spChg>
        <pc:spChg chg="mod">
          <ac:chgData name="Karel Dieussaert" userId="25362131-4d5f-4b85-b1a1-5a7b44980067" providerId="ADAL" clId="{1EC8AB66-9A3A-48C0-931B-A8EBCF438A2A}" dt="2025-09-10T15:16:23.455" v="725" actId="1076"/>
          <ac:spMkLst>
            <pc:docMk/>
            <pc:sldMk cId="642389249" sldId="378"/>
            <ac:spMk id="7" creationId="{9E8BDB55-EF9B-D049-F522-7C90F6A2D0FF}"/>
          </ac:spMkLst>
        </pc:spChg>
        <pc:picChg chg="mod">
          <ac:chgData name="Karel Dieussaert" userId="25362131-4d5f-4b85-b1a1-5a7b44980067" providerId="ADAL" clId="{1EC8AB66-9A3A-48C0-931B-A8EBCF438A2A}" dt="2025-09-10T15:16:07.467" v="722" actId="1076"/>
          <ac:picMkLst>
            <pc:docMk/>
            <pc:sldMk cId="642389249" sldId="378"/>
            <ac:picMk id="3074" creationId="{2402C42A-8B2A-C092-249C-AC5212C63025}"/>
          </ac:picMkLst>
        </pc:picChg>
        <pc:picChg chg="mod">
          <ac:chgData name="Karel Dieussaert" userId="25362131-4d5f-4b85-b1a1-5a7b44980067" providerId="ADAL" clId="{1EC8AB66-9A3A-48C0-931B-A8EBCF438A2A}" dt="2025-09-10T15:16:24.703" v="726" actId="1076"/>
          <ac:picMkLst>
            <pc:docMk/>
            <pc:sldMk cId="642389249" sldId="378"/>
            <ac:picMk id="3076" creationId="{F4B59B15-3FD2-EC8E-FB9C-88C032EDFEA8}"/>
          </ac:picMkLst>
        </pc:picChg>
      </pc:sldChg>
      <pc:sldChg chg="addSp delSp modSp mod ord modShow">
        <pc:chgData name="Karel Dieussaert" userId="25362131-4d5f-4b85-b1a1-5a7b44980067" providerId="ADAL" clId="{1EC8AB66-9A3A-48C0-931B-A8EBCF438A2A}" dt="2025-09-22T21:48:39.784" v="9340" actId="478"/>
        <pc:sldMkLst>
          <pc:docMk/>
          <pc:sldMk cId="2122797936" sldId="379"/>
        </pc:sldMkLst>
        <pc:spChg chg="add mod">
          <ac:chgData name="Karel Dieussaert" userId="25362131-4d5f-4b85-b1a1-5a7b44980067" providerId="ADAL" clId="{1EC8AB66-9A3A-48C0-931B-A8EBCF438A2A}" dt="2025-09-10T15:20:07.776" v="811"/>
          <ac:spMkLst>
            <pc:docMk/>
            <pc:sldMk cId="2122797936" sldId="379"/>
            <ac:spMk id="2" creationId="{0BC6C11B-AE06-D679-EC5F-413D211E77AA}"/>
          </ac:spMkLst>
        </pc:spChg>
        <pc:spChg chg="add del mod">
          <ac:chgData name="Karel Dieussaert" userId="25362131-4d5f-4b85-b1a1-5a7b44980067" providerId="ADAL" clId="{1EC8AB66-9A3A-48C0-931B-A8EBCF438A2A}" dt="2025-09-22T21:48:39.784" v="9340" actId="478"/>
          <ac:spMkLst>
            <pc:docMk/>
            <pc:sldMk cId="2122797936" sldId="379"/>
            <ac:spMk id="4" creationId="{9787F9B5-EBD5-D30E-042E-2192B8B6C8BB}"/>
          </ac:spMkLst>
        </pc:spChg>
        <pc:spChg chg="mod">
          <ac:chgData name="Karel Dieussaert" userId="25362131-4d5f-4b85-b1a1-5a7b44980067" providerId="ADAL" clId="{1EC8AB66-9A3A-48C0-931B-A8EBCF438A2A}" dt="2025-09-10T15:22:59.004" v="847" actId="207"/>
          <ac:spMkLst>
            <pc:docMk/>
            <pc:sldMk cId="2122797936" sldId="379"/>
            <ac:spMk id="21" creationId="{53E3E655-136D-0B81-F60D-E00D439F1177}"/>
          </ac:spMkLst>
        </pc:spChg>
        <pc:spChg chg="mod">
          <ac:chgData name="Karel Dieussaert" userId="25362131-4d5f-4b85-b1a1-5a7b44980067" providerId="ADAL" clId="{1EC8AB66-9A3A-48C0-931B-A8EBCF438A2A}" dt="2025-09-10T15:23:10.941" v="861" actId="20577"/>
          <ac:spMkLst>
            <pc:docMk/>
            <pc:sldMk cId="2122797936" sldId="379"/>
            <ac:spMk id="22" creationId="{BDD3FB94-4C2A-6618-2DE7-B367848F74BB}"/>
          </ac:spMkLst>
        </pc:spChg>
        <pc:spChg chg="mod">
          <ac:chgData name="Karel Dieussaert" userId="25362131-4d5f-4b85-b1a1-5a7b44980067" providerId="ADAL" clId="{1EC8AB66-9A3A-48C0-931B-A8EBCF438A2A}" dt="2025-09-10T15:23:24.504" v="877" actId="20577"/>
          <ac:spMkLst>
            <pc:docMk/>
            <pc:sldMk cId="2122797936" sldId="379"/>
            <ac:spMk id="23" creationId="{86E56B0B-7E79-C7F7-BE7E-B1D5FABAB412}"/>
          </ac:spMkLst>
        </pc:spChg>
        <pc:spChg chg="mod">
          <ac:chgData name="Karel Dieussaert" userId="25362131-4d5f-4b85-b1a1-5a7b44980067" providerId="ADAL" clId="{1EC8AB66-9A3A-48C0-931B-A8EBCF438A2A}" dt="2025-09-10T15:22:34.676" v="828" actId="1076"/>
          <ac:spMkLst>
            <pc:docMk/>
            <pc:sldMk cId="2122797936" sldId="379"/>
            <ac:spMk id="24" creationId="{880FC1BA-38FA-F8BB-015A-5F2156BB9E4D}"/>
          </ac:spMkLst>
        </pc:spChg>
      </pc:sldChg>
      <pc:sldChg chg="del mod ord modShow">
        <pc:chgData name="Karel Dieussaert" userId="25362131-4d5f-4b85-b1a1-5a7b44980067" providerId="ADAL" clId="{1EC8AB66-9A3A-48C0-931B-A8EBCF438A2A}" dt="2025-09-22T15:02:53.791" v="7425" actId="2696"/>
        <pc:sldMkLst>
          <pc:docMk/>
          <pc:sldMk cId="3526477083" sldId="380"/>
        </pc:sldMkLst>
      </pc:sldChg>
      <pc:sldChg chg="del mod ord modShow">
        <pc:chgData name="Karel Dieussaert" userId="25362131-4d5f-4b85-b1a1-5a7b44980067" providerId="ADAL" clId="{1EC8AB66-9A3A-48C0-931B-A8EBCF438A2A}" dt="2025-09-22T15:02:53.791" v="7425" actId="2696"/>
        <pc:sldMkLst>
          <pc:docMk/>
          <pc:sldMk cId="1833114946" sldId="381"/>
        </pc:sldMkLst>
      </pc:sldChg>
      <pc:sldChg chg="del mod ord modShow">
        <pc:chgData name="Karel Dieussaert" userId="25362131-4d5f-4b85-b1a1-5a7b44980067" providerId="ADAL" clId="{1EC8AB66-9A3A-48C0-931B-A8EBCF438A2A}" dt="2025-09-22T15:02:53.791" v="7425" actId="2696"/>
        <pc:sldMkLst>
          <pc:docMk/>
          <pc:sldMk cId="3909251402" sldId="382"/>
        </pc:sldMkLst>
      </pc:sldChg>
      <pc:sldChg chg="del mod ord modShow">
        <pc:chgData name="Karel Dieussaert" userId="25362131-4d5f-4b85-b1a1-5a7b44980067" providerId="ADAL" clId="{1EC8AB66-9A3A-48C0-931B-A8EBCF438A2A}" dt="2025-09-22T15:02:53.791" v="7425" actId="2696"/>
        <pc:sldMkLst>
          <pc:docMk/>
          <pc:sldMk cId="2536857038" sldId="383"/>
        </pc:sldMkLst>
      </pc:sldChg>
      <pc:sldChg chg="del mod ord modShow">
        <pc:chgData name="Karel Dieussaert" userId="25362131-4d5f-4b85-b1a1-5a7b44980067" providerId="ADAL" clId="{1EC8AB66-9A3A-48C0-931B-A8EBCF438A2A}" dt="2025-09-22T15:02:53.791" v="7425" actId="2696"/>
        <pc:sldMkLst>
          <pc:docMk/>
          <pc:sldMk cId="1280190943" sldId="384"/>
        </pc:sldMkLst>
      </pc:sldChg>
      <pc:sldChg chg="del mod ord modShow">
        <pc:chgData name="Karel Dieussaert" userId="25362131-4d5f-4b85-b1a1-5a7b44980067" providerId="ADAL" clId="{1EC8AB66-9A3A-48C0-931B-A8EBCF438A2A}" dt="2025-09-22T15:02:53.791" v="7425" actId="2696"/>
        <pc:sldMkLst>
          <pc:docMk/>
          <pc:sldMk cId="930323011" sldId="386"/>
        </pc:sldMkLst>
      </pc:sldChg>
      <pc:sldChg chg="addSp delSp modSp new del mod ord">
        <pc:chgData name="Karel Dieussaert" userId="25362131-4d5f-4b85-b1a1-5a7b44980067" providerId="ADAL" clId="{1EC8AB66-9A3A-48C0-931B-A8EBCF438A2A}" dt="2025-09-22T14:52:37.210" v="7356" actId="2696"/>
        <pc:sldMkLst>
          <pc:docMk/>
          <pc:sldMk cId="105108245" sldId="387"/>
        </pc:sldMkLst>
      </pc:sldChg>
      <pc:sldChg chg="new del">
        <pc:chgData name="Karel Dieussaert" userId="25362131-4d5f-4b85-b1a1-5a7b44980067" providerId="ADAL" clId="{1EC8AB66-9A3A-48C0-931B-A8EBCF438A2A}" dt="2025-09-10T11:20:08.787" v="18" actId="47"/>
        <pc:sldMkLst>
          <pc:docMk/>
          <pc:sldMk cId="207146265" sldId="387"/>
        </pc:sldMkLst>
      </pc:sldChg>
      <pc:sldChg chg="new del">
        <pc:chgData name="Karel Dieussaert" userId="25362131-4d5f-4b85-b1a1-5a7b44980067" providerId="ADAL" clId="{1EC8AB66-9A3A-48C0-931B-A8EBCF438A2A}" dt="2025-09-10T15:03:19.660" v="427" actId="2696"/>
        <pc:sldMkLst>
          <pc:docMk/>
          <pc:sldMk cId="294341325" sldId="388"/>
        </pc:sldMkLst>
      </pc:sldChg>
      <pc:sldChg chg="addSp delSp modSp new del mod ord">
        <pc:chgData name="Karel Dieussaert" userId="25362131-4d5f-4b85-b1a1-5a7b44980067" providerId="ADAL" clId="{1EC8AB66-9A3A-48C0-931B-A8EBCF438A2A}" dt="2025-09-22T11:10:09.001" v="5611" actId="2696"/>
        <pc:sldMkLst>
          <pc:docMk/>
          <pc:sldMk cId="1107838548" sldId="388"/>
        </pc:sldMkLst>
        <pc:spChg chg="del">
          <ac:chgData name="Karel Dieussaert" userId="25362131-4d5f-4b85-b1a1-5a7b44980067" providerId="ADAL" clId="{1EC8AB66-9A3A-48C0-931B-A8EBCF438A2A}" dt="2025-09-21T14:39:24.983" v="4568"/>
          <ac:spMkLst>
            <pc:docMk/>
            <pc:sldMk cId="1107838548" sldId="388"/>
            <ac:spMk id="2" creationId="{12A30929-DEDB-CA63-364B-CA9B4A14B409}"/>
          </ac:spMkLst>
        </pc:spChg>
        <pc:spChg chg="mod">
          <ac:chgData name="Karel Dieussaert" userId="25362131-4d5f-4b85-b1a1-5a7b44980067" providerId="ADAL" clId="{1EC8AB66-9A3A-48C0-931B-A8EBCF438A2A}" dt="2025-09-21T14:39:37.835" v="4572" actId="20577"/>
          <ac:spMkLst>
            <pc:docMk/>
            <pc:sldMk cId="1107838548" sldId="388"/>
            <ac:spMk id="3" creationId="{FD31038D-5CE7-63A7-9E6D-00DB70901A03}"/>
          </ac:spMkLst>
        </pc:spChg>
        <pc:spChg chg="add mod">
          <ac:chgData name="Karel Dieussaert" userId="25362131-4d5f-4b85-b1a1-5a7b44980067" providerId="ADAL" clId="{1EC8AB66-9A3A-48C0-931B-A8EBCF438A2A}" dt="2025-09-21T14:39:24.983" v="4568"/>
          <ac:spMkLst>
            <pc:docMk/>
            <pc:sldMk cId="1107838548" sldId="388"/>
            <ac:spMk id="7" creationId="{299BA085-F4F2-BB61-E0B0-9DAA36543EC8}"/>
          </ac:spMkLst>
        </pc:spChg>
      </pc:sldChg>
      <pc:sldChg chg="modSp new del mod">
        <pc:chgData name="Karel Dieussaert" userId="25362131-4d5f-4b85-b1a1-5a7b44980067" providerId="ADAL" clId="{1EC8AB66-9A3A-48C0-931B-A8EBCF438A2A}" dt="2025-09-18T14:20:19.207" v="3961" actId="2696"/>
        <pc:sldMkLst>
          <pc:docMk/>
          <pc:sldMk cId="1139333727" sldId="389"/>
        </pc:sldMkLst>
      </pc:sldChg>
      <pc:sldChg chg="addSp delSp modSp new mod modAnim">
        <pc:chgData name="Karel Dieussaert" userId="25362131-4d5f-4b85-b1a1-5a7b44980067" providerId="ADAL" clId="{1EC8AB66-9A3A-48C0-931B-A8EBCF438A2A}" dt="2025-09-22T21:52:28.775" v="9346" actId="20577"/>
        <pc:sldMkLst>
          <pc:docMk/>
          <pc:sldMk cId="1051816435" sldId="390"/>
        </pc:sldMkLst>
        <pc:spChg chg="mod">
          <ac:chgData name="Karel Dieussaert" userId="25362131-4d5f-4b85-b1a1-5a7b44980067" providerId="ADAL" clId="{1EC8AB66-9A3A-48C0-931B-A8EBCF438A2A}" dt="2025-09-22T19:49:44.746" v="8946" actId="20577"/>
          <ac:spMkLst>
            <pc:docMk/>
            <pc:sldMk cId="1051816435" sldId="390"/>
            <ac:spMk id="2" creationId="{A10E9587-8BFF-2846-324A-15A3BB486A6B}"/>
          </ac:spMkLst>
        </pc:spChg>
        <pc:spChg chg="mod">
          <ac:chgData name="Karel Dieussaert" userId="25362131-4d5f-4b85-b1a1-5a7b44980067" providerId="ADAL" clId="{1EC8AB66-9A3A-48C0-931B-A8EBCF438A2A}" dt="2025-09-22T21:52:28.775" v="9346" actId="20577"/>
          <ac:spMkLst>
            <pc:docMk/>
            <pc:sldMk cId="1051816435" sldId="390"/>
            <ac:spMk id="3" creationId="{8E3E28ED-4ECD-4931-BBD1-69A8894CD404}"/>
          </ac:spMkLst>
        </pc:spChg>
        <pc:spChg chg="add del mod">
          <ac:chgData name="Karel Dieussaert" userId="25362131-4d5f-4b85-b1a1-5a7b44980067" providerId="ADAL" clId="{1EC8AB66-9A3A-48C0-931B-A8EBCF438A2A}" dt="2025-09-22T15:56:22.544" v="7806" actId="478"/>
          <ac:spMkLst>
            <pc:docMk/>
            <pc:sldMk cId="1051816435" sldId="390"/>
            <ac:spMk id="6" creationId="{5A3FD6E8-103A-D665-23C7-3BB28E13ECEB}"/>
          </ac:spMkLst>
        </pc:spChg>
        <pc:picChg chg="add del mod">
          <ac:chgData name="Karel Dieussaert" userId="25362131-4d5f-4b85-b1a1-5a7b44980067" providerId="ADAL" clId="{1EC8AB66-9A3A-48C0-931B-A8EBCF438A2A}" dt="2025-09-22T19:11:02.827" v="8363" actId="21"/>
          <ac:picMkLst>
            <pc:docMk/>
            <pc:sldMk cId="1051816435" sldId="390"/>
            <ac:picMk id="4" creationId="{57491C7E-70BD-3EDE-A6FA-77041D4E4C15}"/>
          </ac:picMkLst>
        </pc:picChg>
        <pc:picChg chg="add del mod">
          <ac:chgData name="Karel Dieussaert" userId="25362131-4d5f-4b85-b1a1-5a7b44980067" providerId="ADAL" clId="{1EC8AB66-9A3A-48C0-931B-A8EBCF438A2A}" dt="2025-09-22T15:53:55.200" v="7719" actId="478"/>
          <ac:picMkLst>
            <pc:docMk/>
            <pc:sldMk cId="1051816435" sldId="390"/>
            <ac:picMk id="5" creationId="{E262F0FA-6E5C-7957-0FAE-365FFD1DB100}"/>
          </ac:picMkLst>
        </pc:picChg>
        <pc:picChg chg="add del mod">
          <ac:chgData name="Karel Dieussaert" userId="25362131-4d5f-4b85-b1a1-5a7b44980067" providerId="ADAL" clId="{1EC8AB66-9A3A-48C0-931B-A8EBCF438A2A}" dt="2025-09-22T15:53:52.466" v="7718" actId="478"/>
          <ac:picMkLst>
            <pc:docMk/>
            <pc:sldMk cId="1051816435" sldId="390"/>
            <ac:picMk id="7" creationId="{2059EE27-AE6D-8D3D-DA3C-2991FD6F63A0}"/>
          </ac:picMkLst>
        </pc:picChg>
        <pc:picChg chg="add mod">
          <ac:chgData name="Karel Dieussaert" userId="25362131-4d5f-4b85-b1a1-5a7b44980067" providerId="ADAL" clId="{1EC8AB66-9A3A-48C0-931B-A8EBCF438A2A}" dt="2025-09-22T19:14:12.845" v="8414" actId="1440"/>
          <ac:picMkLst>
            <pc:docMk/>
            <pc:sldMk cId="1051816435" sldId="390"/>
            <ac:picMk id="8" creationId="{7E0BFF59-3386-2C57-D040-E77CC528A326}"/>
          </ac:picMkLst>
        </pc:picChg>
        <pc:picChg chg="add mod">
          <ac:chgData name="Karel Dieussaert" userId="25362131-4d5f-4b85-b1a1-5a7b44980067" providerId="ADAL" clId="{1EC8AB66-9A3A-48C0-931B-A8EBCF438A2A}" dt="2025-09-22T19:14:10.064" v="8413" actId="1440"/>
          <ac:picMkLst>
            <pc:docMk/>
            <pc:sldMk cId="1051816435" sldId="390"/>
            <ac:picMk id="9" creationId="{C11D5775-FF2A-2AC2-BE95-6D2A49CA5ACF}"/>
          </ac:picMkLst>
        </pc:picChg>
        <pc:picChg chg="add del mod">
          <ac:chgData name="Karel Dieussaert" userId="25362131-4d5f-4b85-b1a1-5a7b44980067" providerId="ADAL" clId="{1EC8AB66-9A3A-48C0-931B-A8EBCF438A2A}" dt="2025-09-22T18:54:55.567" v="8197" actId="21"/>
          <ac:picMkLst>
            <pc:docMk/>
            <pc:sldMk cId="1051816435" sldId="390"/>
            <ac:picMk id="11" creationId="{47C41684-38A4-5057-E308-2F17D3D9588E}"/>
          </ac:picMkLst>
        </pc:picChg>
        <pc:picChg chg="add mod ord">
          <ac:chgData name="Karel Dieussaert" userId="25362131-4d5f-4b85-b1a1-5a7b44980067" providerId="ADAL" clId="{1EC8AB66-9A3A-48C0-931B-A8EBCF438A2A}" dt="2025-09-22T19:13:52.812" v="8407" actId="1076"/>
          <ac:picMkLst>
            <pc:docMk/>
            <pc:sldMk cId="1051816435" sldId="390"/>
            <ac:picMk id="13" creationId="{6A1438C2-E246-311F-EAB6-1C1A14E8B7B9}"/>
          </ac:picMkLst>
        </pc:picChg>
        <pc:picChg chg="add mod">
          <ac:chgData name="Karel Dieussaert" userId="25362131-4d5f-4b85-b1a1-5a7b44980067" providerId="ADAL" clId="{1EC8AB66-9A3A-48C0-931B-A8EBCF438A2A}" dt="2025-09-22T19:13:34.186" v="8403" actId="14100"/>
          <ac:picMkLst>
            <pc:docMk/>
            <pc:sldMk cId="1051816435" sldId="390"/>
            <ac:picMk id="15" creationId="{5990157A-C19E-0D5A-DCE4-E71A796FF590}"/>
          </ac:picMkLst>
        </pc:picChg>
      </pc:sldChg>
      <pc:sldChg chg="addSp delSp modSp new del mod">
        <pc:chgData name="Karel Dieussaert" userId="25362131-4d5f-4b85-b1a1-5a7b44980067" providerId="ADAL" clId="{1EC8AB66-9A3A-48C0-931B-A8EBCF438A2A}" dt="2025-09-22T09:41:50.466" v="5042" actId="47"/>
        <pc:sldMkLst>
          <pc:docMk/>
          <pc:sldMk cId="3225238358" sldId="391"/>
        </pc:sldMkLst>
        <pc:spChg chg="add del mod">
          <ac:chgData name="Karel Dieussaert" userId="25362131-4d5f-4b85-b1a1-5a7b44980067" providerId="ADAL" clId="{1EC8AB66-9A3A-48C0-931B-A8EBCF438A2A}" dt="2025-09-22T09:30:50.781" v="4860" actId="21"/>
          <ac:spMkLst>
            <pc:docMk/>
            <pc:sldMk cId="3225238358" sldId="391"/>
            <ac:spMk id="4" creationId="{B4F26AD3-6FD4-900A-9641-88AAA72D8E7D}"/>
          </ac:spMkLst>
        </pc:spChg>
        <pc:spChg chg="add del mod">
          <ac:chgData name="Karel Dieussaert" userId="25362131-4d5f-4b85-b1a1-5a7b44980067" providerId="ADAL" clId="{1EC8AB66-9A3A-48C0-931B-A8EBCF438A2A}" dt="2025-09-22T09:30:50.781" v="4860" actId="21"/>
          <ac:spMkLst>
            <pc:docMk/>
            <pc:sldMk cId="3225238358" sldId="391"/>
            <ac:spMk id="5" creationId="{CA2F6541-3297-4E15-17A1-A9CC222E5DC3}"/>
          </ac:spMkLst>
        </pc:spChg>
        <pc:spChg chg="add del mod">
          <ac:chgData name="Karel Dieussaert" userId="25362131-4d5f-4b85-b1a1-5a7b44980067" providerId="ADAL" clId="{1EC8AB66-9A3A-48C0-931B-A8EBCF438A2A}" dt="2025-09-22T09:30:50.781" v="4860" actId="21"/>
          <ac:spMkLst>
            <pc:docMk/>
            <pc:sldMk cId="3225238358" sldId="391"/>
            <ac:spMk id="6" creationId="{C9823E77-8FD1-9891-B294-E35944CCC6C4}"/>
          </ac:spMkLst>
        </pc:spChg>
        <pc:spChg chg="add del mod">
          <ac:chgData name="Karel Dieussaert" userId="25362131-4d5f-4b85-b1a1-5a7b44980067" providerId="ADAL" clId="{1EC8AB66-9A3A-48C0-931B-A8EBCF438A2A}" dt="2025-09-22T09:30:50.781" v="4860" actId="21"/>
          <ac:spMkLst>
            <pc:docMk/>
            <pc:sldMk cId="3225238358" sldId="391"/>
            <ac:spMk id="7" creationId="{23066051-75D6-0DB5-5EDF-FF7B9E201960}"/>
          </ac:spMkLst>
        </pc:spChg>
        <pc:spChg chg="add del mod">
          <ac:chgData name="Karel Dieussaert" userId="25362131-4d5f-4b85-b1a1-5a7b44980067" providerId="ADAL" clId="{1EC8AB66-9A3A-48C0-931B-A8EBCF438A2A}" dt="2025-09-22T09:30:50.781" v="4860" actId="21"/>
          <ac:spMkLst>
            <pc:docMk/>
            <pc:sldMk cId="3225238358" sldId="391"/>
            <ac:spMk id="9" creationId="{3FE6A8BC-5357-9EA0-4206-7C8643703AEB}"/>
          </ac:spMkLst>
        </pc:spChg>
        <pc:spChg chg="add del mod">
          <ac:chgData name="Karel Dieussaert" userId="25362131-4d5f-4b85-b1a1-5a7b44980067" providerId="ADAL" clId="{1EC8AB66-9A3A-48C0-931B-A8EBCF438A2A}" dt="2025-09-22T09:30:50.781" v="4860" actId="21"/>
          <ac:spMkLst>
            <pc:docMk/>
            <pc:sldMk cId="3225238358" sldId="391"/>
            <ac:spMk id="12" creationId="{9D2D7068-3B7B-B76E-F6FD-48EF43DA4469}"/>
          </ac:spMkLst>
        </pc:spChg>
        <pc:spChg chg="add del mod">
          <ac:chgData name="Karel Dieussaert" userId="25362131-4d5f-4b85-b1a1-5a7b44980067" providerId="ADAL" clId="{1EC8AB66-9A3A-48C0-931B-A8EBCF438A2A}" dt="2025-09-22T09:30:50.781" v="4860" actId="21"/>
          <ac:spMkLst>
            <pc:docMk/>
            <pc:sldMk cId="3225238358" sldId="391"/>
            <ac:spMk id="13" creationId="{D24F5A87-A37C-B434-987B-91567DF1A111}"/>
          </ac:spMkLst>
        </pc:spChg>
        <pc:spChg chg="add del mod">
          <ac:chgData name="Karel Dieussaert" userId="25362131-4d5f-4b85-b1a1-5a7b44980067" providerId="ADAL" clId="{1EC8AB66-9A3A-48C0-931B-A8EBCF438A2A}" dt="2025-09-22T09:30:50.781" v="4860" actId="21"/>
          <ac:spMkLst>
            <pc:docMk/>
            <pc:sldMk cId="3225238358" sldId="391"/>
            <ac:spMk id="16" creationId="{E91655F8-BD3C-B044-7E88-53AC22C964A3}"/>
          </ac:spMkLst>
        </pc:spChg>
        <pc:cxnChg chg="del mod">
          <ac:chgData name="Karel Dieussaert" userId="25362131-4d5f-4b85-b1a1-5a7b44980067" providerId="ADAL" clId="{1EC8AB66-9A3A-48C0-931B-A8EBCF438A2A}" dt="2025-09-22T09:30:50.781" v="4860" actId="21"/>
          <ac:cxnSpMkLst>
            <pc:docMk/>
            <pc:sldMk cId="3225238358" sldId="391"/>
            <ac:cxnSpMk id="10" creationId="{A79F24B0-44F1-02CE-543B-F95FA6388DFB}"/>
          </ac:cxnSpMkLst>
        </pc:cxnChg>
        <pc:cxnChg chg="add del mod">
          <ac:chgData name="Karel Dieussaert" userId="25362131-4d5f-4b85-b1a1-5a7b44980067" providerId="ADAL" clId="{1EC8AB66-9A3A-48C0-931B-A8EBCF438A2A}" dt="2025-09-22T09:30:50.781" v="4860" actId="21"/>
          <ac:cxnSpMkLst>
            <pc:docMk/>
            <pc:sldMk cId="3225238358" sldId="391"/>
            <ac:cxnSpMk id="14" creationId="{671FB7BA-472B-499C-7A20-BA08A55C526E}"/>
          </ac:cxnSpMkLst>
        </pc:cxnChg>
      </pc:sldChg>
      <pc:sldChg chg="addSp delSp modSp new del mod ord">
        <pc:chgData name="Karel Dieussaert" userId="25362131-4d5f-4b85-b1a1-5a7b44980067" providerId="ADAL" clId="{1EC8AB66-9A3A-48C0-931B-A8EBCF438A2A}" dt="2025-09-22T15:24:10.942" v="7521" actId="47"/>
        <pc:sldMkLst>
          <pc:docMk/>
          <pc:sldMk cId="2884144066" sldId="392"/>
        </pc:sldMkLst>
        <pc:spChg chg="add mod">
          <ac:chgData name="Karel Dieussaert" userId="25362131-4d5f-4b85-b1a1-5a7b44980067" providerId="ADAL" clId="{1EC8AB66-9A3A-48C0-931B-A8EBCF438A2A}" dt="2025-09-22T13:37:21.075" v="6816" actId="14100"/>
          <ac:spMkLst>
            <pc:docMk/>
            <pc:sldMk cId="2884144066" sldId="392"/>
            <ac:spMk id="3" creationId="{863E57D0-53D7-DC82-AB28-504A636743C6}"/>
          </ac:spMkLst>
        </pc:spChg>
      </pc:sldChg>
      <pc:sldChg chg="addSp delSp modSp new del mod ord modAnim">
        <pc:chgData name="Karel Dieussaert" userId="25362131-4d5f-4b85-b1a1-5a7b44980067" providerId="ADAL" clId="{1EC8AB66-9A3A-48C0-931B-A8EBCF438A2A}" dt="2025-09-22T11:10:25.194" v="5612" actId="47"/>
        <pc:sldMkLst>
          <pc:docMk/>
          <pc:sldMk cId="2173834060" sldId="393"/>
        </pc:sldMkLst>
        <pc:spChg chg="add del mod">
          <ac:chgData name="Karel Dieussaert" userId="25362131-4d5f-4b85-b1a1-5a7b44980067" providerId="ADAL" clId="{1EC8AB66-9A3A-48C0-931B-A8EBCF438A2A}" dt="2025-09-21T14:36:55.929" v="4564" actId="478"/>
          <ac:spMkLst>
            <pc:docMk/>
            <pc:sldMk cId="2173834060" sldId="393"/>
            <ac:spMk id="12" creationId="{A3F722C8-B74F-6E12-06C6-2A91B0CF3C6A}"/>
          </ac:spMkLst>
        </pc:spChg>
        <pc:picChg chg="add del mod">
          <ac:chgData name="Karel Dieussaert" userId="25362131-4d5f-4b85-b1a1-5a7b44980067" providerId="ADAL" clId="{1EC8AB66-9A3A-48C0-931B-A8EBCF438A2A}" dt="2025-09-21T14:36:32.647" v="4558" actId="478"/>
          <ac:picMkLst>
            <pc:docMk/>
            <pc:sldMk cId="2173834060" sldId="393"/>
            <ac:picMk id="5" creationId="{51BB8EF9-E2F6-4FCE-F9FA-882AB5CBD3F6}"/>
          </ac:picMkLst>
        </pc:picChg>
        <pc:picChg chg="add mod">
          <ac:chgData name="Karel Dieussaert" userId="25362131-4d5f-4b85-b1a1-5a7b44980067" providerId="ADAL" clId="{1EC8AB66-9A3A-48C0-931B-A8EBCF438A2A}" dt="2025-09-21T14:37:03.589" v="4567" actId="14100"/>
          <ac:picMkLst>
            <pc:docMk/>
            <pc:sldMk cId="2173834060" sldId="393"/>
            <ac:picMk id="10" creationId="{1564FEC7-0A6F-E1C0-8104-4823B58DA6E6}"/>
          </ac:picMkLst>
        </pc:picChg>
      </pc:sldChg>
      <pc:sldChg chg="addSp delSp modSp new del mod">
        <pc:chgData name="Karel Dieussaert" userId="25362131-4d5f-4b85-b1a1-5a7b44980067" providerId="ADAL" clId="{1EC8AB66-9A3A-48C0-931B-A8EBCF438A2A}" dt="2025-09-22T15:54:33.424" v="7729" actId="2696"/>
        <pc:sldMkLst>
          <pc:docMk/>
          <pc:sldMk cId="4202392071" sldId="394"/>
        </pc:sldMkLst>
        <pc:spChg chg="mod">
          <ac:chgData name="Karel Dieussaert" userId="25362131-4d5f-4b85-b1a1-5a7b44980067" providerId="ADAL" clId="{1EC8AB66-9A3A-48C0-931B-A8EBCF438A2A}" dt="2025-09-22T15:54:23.533" v="7725" actId="21"/>
          <ac:spMkLst>
            <pc:docMk/>
            <pc:sldMk cId="4202392071" sldId="394"/>
            <ac:spMk id="3" creationId="{7D641C7A-57A6-4437-A00D-3B1C7658C1BC}"/>
          </ac:spMkLst>
        </pc:spChg>
        <pc:spChg chg="add del">
          <ac:chgData name="Karel Dieussaert" userId="25362131-4d5f-4b85-b1a1-5a7b44980067" providerId="ADAL" clId="{1EC8AB66-9A3A-48C0-931B-A8EBCF438A2A}" dt="2025-09-22T15:54:15.474" v="7724" actId="478"/>
          <ac:spMkLst>
            <pc:docMk/>
            <pc:sldMk cId="4202392071" sldId="394"/>
            <ac:spMk id="9" creationId="{259257CE-7482-E3C1-0206-427443F0B270}"/>
          </ac:spMkLst>
        </pc:spChg>
        <pc:picChg chg="add del">
          <ac:chgData name="Karel Dieussaert" userId="25362131-4d5f-4b85-b1a1-5a7b44980067" providerId="ADAL" clId="{1EC8AB66-9A3A-48C0-931B-A8EBCF438A2A}" dt="2025-09-22T09:27:36.506" v="4825" actId="478"/>
          <ac:picMkLst>
            <pc:docMk/>
            <pc:sldMk cId="4202392071" sldId="394"/>
            <ac:picMk id="5" creationId="{95179CAC-1375-84D6-97D0-BA4F04F2A0DB}"/>
          </ac:picMkLst>
        </pc:picChg>
        <pc:picChg chg="add del mod">
          <ac:chgData name="Karel Dieussaert" userId="25362131-4d5f-4b85-b1a1-5a7b44980067" providerId="ADAL" clId="{1EC8AB66-9A3A-48C0-931B-A8EBCF438A2A}" dt="2025-09-22T15:53:50.182" v="7717" actId="21"/>
          <ac:picMkLst>
            <pc:docMk/>
            <pc:sldMk cId="4202392071" sldId="394"/>
            <ac:picMk id="7" creationId="{57491C7E-70BD-3EDE-A6FA-77041D4E4C15}"/>
          </ac:picMkLst>
        </pc:picChg>
      </pc:sldChg>
      <pc:sldChg chg="new del">
        <pc:chgData name="Karel Dieussaert" userId="25362131-4d5f-4b85-b1a1-5a7b44980067" providerId="ADAL" clId="{1EC8AB66-9A3A-48C0-931B-A8EBCF438A2A}" dt="2025-09-22T08:58:01.883" v="4658" actId="47"/>
        <pc:sldMkLst>
          <pc:docMk/>
          <pc:sldMk cId="4251276642" sldId="395"/>
        </pc:sldMkLst>
      </pc:sldChg>
      <pc:sldChg chg="modSp add del mod">
        <pc:chgData name="Karel Dieussaert" userId="25362131-4d5f-4b85-b1a1-5a7b44980067" providerId="ADAL" clId="{1EC8AB66-9A3A-48C0-931B-A8EBCF438A2A}" dt="2025-09-22T14:52:32.173" v="7355" actId="2696"/>
        <pc:sldMkLst>
          <pc:docMk/>
          <pc:sldMk cId="3788095560" sldId="396"/>
        </pc:sldMkLst>
        <pc:spChg chg="mod">
          <ac:chgData name="Karel Dieussaert" userId="25362131-4d5f-4b85-b1a1-5a7b44980067" providerId="ADAL" clId="{1EC8AB66-9A3A-48C0-931B-A8EBCF438A2A}" dt="2025-09-22T08:58:27.551" v="4685" actId="20577"/>
          <ac:spMkLst>
            <pc:docMk/>
            <pc:sldMk cId="3788095560" sldId="396"/>
            <ac:spMk id="2" creationId="{0926AEC2-FE3C-00BF-06CC-92E520F1D008}"/>
          </ac:spMkLst>
        </pc:spChg>
        <pc:spChg chg="mod">
          <ac:chgData name="Karel Dieussaert" userId="25362131-4d5f-4b85-b1a1-5a7b44980067" providerId="ADAL" clId="{1EC8AB66-9A3A-48C0-931B-A8EBCF438A2A}" dt="2025-09-22T08:59:30.119" v="4726" actId="20577"/>
          <ac:spMkLst>
            <pc:docMk/>
            <pc:sldMk cId="3788095560" sldId="396"/>
            <ac:spMk id="3" creationId="{8CE1C944-7A3A-FE09-0DFC-B2140480CB3A}"/>
          </ac:spMkLst>
        </pc:spChg>
      </pc:sldChg>
      <pc:sldChg chg="new del">
        <pc:chgData name="Karel Dieussaert" userId="25362131-4d5f-4b85-b1a1-5a7b44980067" providerId="ADAL" clId="{1EC8AB66-9A3A-48C0-931B-A8EBCF438A2A}" dt="2025-09-22T10:11:36.882" v="5254" actId="47"/>
        <pc:sldMkLst>
          <pc:docMk/>
          <pc:sldMk cId="3723768990" sldId="397"/>
        </pc:sldMkLst>
      </pc:sldChg>
      <pc:sldChg chg="addSp delSp modSp add mod modAnim">
        <pc:chgData name="Karel Dieussaert" userId="25362131-4d5f-4b85-b1a1-5a7b44980067" providerId="ADAL" clId="{1EC8AB66-9A3A-48C0-931B-A8EBCF438A2A}" dt="2025-09-22T11:25:12.058" v="5716" actId="208"/>
        <pc:sldMkLst>
          <pc:docMk/>
          <pc:sldMk cId="1963555525" sldId="398"/>
        </pc:sldMkLst>
        <pc:spChg chg="add del mod">
          <ac:chgData name="Karel Dieussaert" userId="25362131-4d5f-4b85-b1a1-5a7b44980067" providerId="ADAL" clId="{1EC8AB66-9A3A-48C0-931B-A8EBCF438A2A}" dt="2025-09-22T11:08:29.350" v="5582" actId="478"/>
          <ac:spMkLst>
            <pc:docMk/>
            <pc:sldMk cId="1963555525" sldId="398"/>
            <ac:spMk id="3" creationId="{49141D40-7267-EFAD-37D8-66A6E2DE9AE0}"/>
          </ac:spMkLst>
        </pc:spChg>
        <pc:spChg chg="del">
          <ac:chgData name="Karel Dieussaert" userId="25362131-4d5f-4b85-b1a1-5a7b44980067" providerId="ADAL" clId="{1EC8AB66-9A3A-48C0-931B-A8EBCF438A2A}" dt="2025-09-22T10:19:15.592" v="5395" actId="478"/>
          <ac:spMkLst>
            <pc:docMk/>
            <pc:sldMk cId="1963555525" sldId="398"/>
            <ac:spMk id="4" creationId="{6D004D44-BA21-4740-532F-DF0B5E11AAEB}"/>
          </ac:spMkLst>
        </pc:spChg>
        <pc:spChg chg="add del mod">
          <ac:chgData name="Karel Dieussaert" userId="25362131-4d5f-4b85-b1a1-5a7b44980067" providerId="ADAL" clId="{1EC8AB66-9A3A-48C0-931B-A8EBCF438A2A}" dt="2025-09-22T11:08:26.991" v="5581" actId="478"/>
          <ac:spMkLst>
            <pc:docMk/>
            <pc:sldMk cId="1963555525" sldId="398"/>
            <ac:spMk id="5" creationId="{AFE8B44D-C015-55B8-FB18-2FE3C48795BF}"/>
          </ac:spMkLst>
        </pc:spChg>
        <pc:spChg chg="add mod">
          <ac:chgData name="Karel Dieussaert" userId="25362131-4d5f-4b85-b1a1-5a7b44980067" providerId="ADAL" clId="{1EC8AB66-9A3A-48C0-931B-A8EBCF438A2A}" dt="2025-09-22T11:24:48.696" v="5714" actId="207"/>
          <ac:spMkLst>
            <pc:docMk/>
            <pc:sldMk cId="1963555525" sldId="398"/>
            <ac:spMk id="9" creationId="{8C11CFA9-AE80-4A19-4995-A6FBEDB8E6C1}"/>
          </ac:spMkLst>
        </pc:spChg>
        <pc:spChg chg="del">
          <ac:chgData name="Karel Dieussaert" userId="25362131-4d5f-4b85-b1a1-5a7b44980067" providerId="ADAL" clId="{1EC8AB66-9A3A-48C0-931B-A8EBCF438A2A}" dt="2025-09-22T10:12:01.691" v="5264" actId="478"/>
          <ac:spMkLst>
            <pc:docMk/>
            <pc:sldMk cId="1963555525" sldId="398"/>
            <ac:spMk id="11" creationId="{FDBE192C-CA7B-4393-845B-741B14939732}"/>
          </ac:spMkLst>
        </pc:spChg>
        <pc:spChg chg="del mod">
          <ac:chgData name="Karel Dieussaert" userId="25362131-4d5f-4b85-b1a1-5a7b44980067" providerId="ADAL" clId="{1EC8AB66-9A3A-48C0-931B-A8EBCF438A2A}" dt="2025-09-22T10:26:22.415" v="5433" actId="478"/>
          <ac:spMkLst>
            <pc:docMk/>
            <pc:sldMk cId="1963555525" sldId="398"/>
            <ac:spMk id="12" creationId="{885F1907-4367-8619-692A-49BE96667252}"/>
          </ac:spMkLst>
        </pc:spChg>
        <pc:spChg chg="del">
          <ac:chgData name="Karel Dieussaert" userId="25362131-4d5f-4b85-b1a1-5a7b44980067" providerId="ADAL" clId="{1EC8AB66-9A3A-48C0-931B-A8EBCF438A2A}" dt="2025-09-22T10:12:00.272" v="5263" actId="478"/>
          <ac:spMkLst>
            <pc:docMk/>
            <pc:sldMk cId="1963555525" sldId="398"/>
            <ac:spMk id="13" creationId="{E89D6A9F-6484-E817-7009-D6D8222E90B0}"/>
          </ac:spMkLst>
        </pc:spChg>
        <pc:spChg chg="del">
          <ac:chgData name="Karel Dieussaert" userId="25362131-4d5f-4b85-b1a1-5a7b44980067" providerId="ADAL" clId="{1EC8AB66-9A3A-48C0-931B-A8EBCF438A2A}" dt="2025-09-22T10:11:54.765" v="5258" actId="478"/>
          <ac:spMkLst>
            <pc:docMk/>
            <pc:sldMk cId="1963555525" sldId="398"/>
            <ac:spMk id="21" creationId="{18A3F283-4037-94B2-F26A-85FB7403768E}"/>
          </ac:spMkLst>
        </pc:spChg>
        <pc:spChg chg="del">
          <ac:chgData name="Karel Dieussaert" userId="25362131-4d5f-4b85-b1a1-5a7b44980067" providerId="ADAL" clId="{1EC8AB66-9A3A-48C0-931B-A8EBCF438A2A}" dt="2025-09-22T10:11:56.485" v="5259" actId="478"/>
          <ac:spMkLst>
            <pc:docMk/>
            <pc:sldMk cId="1963555525" sldId="398"/>
            <ac:spMk id="22" creationId="{4D393D36-C690-4F12-0106-DF64A0B16198}"/>
          </ac:spMkLst>
        </pc:spChg>
        <pc:spChg chg="mod ord">
          <ac:chgData name="Karel Dieussaert" userId="25362131-4d5f-4b85-b1a1-5a7b44980067" providerId="ADAL" clId="{1EC8AB66-9A3A-48C0-931B-A8EBCF438A2A}" dt="2025-09-22T11:24:38.340" v="5713" actId="207"/>
          <ac:spMkLst>
            <pc:docMk/>
            <pc:sldMk cId="1963555525" sldId="398"/>
            <ac:spMk id="23" creationId="{4589D2E6-D2CD-F6A3-58C3-45804D26A0CE}"/>
          </ac:spMkLst>
        </pc:spChg>
        <pc:spChg chg="del">
          <ac:chgData name="Karel Dieussaert" userId="25362131-4d5f-4b85-b1a1-5a7b44980067" providerId="ADAL" clId="{1EC8AB66-9A3A-48C0-931B-A8EBCF438A2A}" dt="2025-09-22T10:11:50.185" v="5256" actId="478"/>
          <ac:spMkLst>
            <pc:docMk/>
            <pc:sldMk cId="1963555525" sldId="398"/>
            <ac:spMk id="24" creationId="{8A65FC26-DCCC-337C-C75C-D129C783F1C3}"/>
          </ac:spMkLst>
        </pc:spChg>
        <pc:spChg chg="del">
          <ac:chgData name="Karel Dieussaert" userId="25362131-4d5f-4b85-b1a1-5a7b44980067" providerId="ADAL" clId="{1EC8AB66-9A3A-48C0-931B-A8EBCF438A2A}" dt="2025-09-22T10:11:52.171" v="5257" actId="478"/>
          <ac:spMkLst>
            <pc:docMk/>
            <pc:sldMk cId="1963555525" sldId="398"/>
            <ac:spMk id="29" creationId="{19BD132B-9C99-D03B-7809-DA729810D508}"/>
          </ac:spMkLst>
        </pc:spChg>
        <pc:spChg chg="add del mod">
          <ac:chgData name="Karel Dieussaert" userId="25362131-4d5f-4b85-b1a1-5a7b44980067" providerId="ADAL" clId="{1EC8AB66-9A3A-48C0-931B-A8EBCF438A2A}" dt="2025-09-22T11:08:31.264" v="5583" actId="478"/>
          <ac:spMkLst>
            <pc:docMk/>
            <pc:sldMk cId="1963555525" sldId="398"/>
            <ac:spMk id="32" creationId="{21FBF7B1-4EC3-3929-5CD9-B526269389F3}"/>
          </ac:spMkLst>
        </pc:spChg>
        <pc:spChg chg="add mod">
          <ac:chgData name="Karel Dieussaert" userId="25362131-4d5f-4b85-b1a1-5a7b44980067" providerId="ADAL" clId="{1EC8AB66-9A3A-48C0-931B-A8EBCF438A2A}" dt="2025-09-22T11:25:00.733" v="5715" actId="208"/>
          <ac:spMkLst>
            <pc:docMk/>
            <pc:sldMk cId="1963555525" sldId="398"/>
            <ac:spMk id="33" creationId="{FAEA1719-66D1-CE15-6737-6FE1C0889830}"/>
          </ac:spMkLst>
        </pc:spChg>
        <pc:spChg chg="add mod">
          <ac:chgData name="Karel Dieussaert" userId="25362131-4d5f-4b85-b1a1-5a7b44980067" providerId="ADAL" clId="{1EC8AB66-9A3A-48C0-931B-A8EBCF438A2A}" dt="2025-09-22T11:25:12.058" v="5716" actId="208"/>
          <ac:spMkLst>
            <pc:docMk/>
            <pc:sldMk cId="1963555525" sldId="398"/>
            <ac:spMk id="34" creationId="{0D656ED1-5643-3F6B-8CC2-BAD16EB03CB0}"/>
          </ac:spMkLst>
        </pc:spChg>
        <pc:picChg chg="add mod">
          <ac:chgData name="Karel Dieussaert" userId="25362131-4d5f-4b85-b1a1-5a7b44980067" providerId="ADAL" clId="{1EC8AB66-9A3A-48C0-931B-A8EBCF438A2A}" dt="2025-09-22T11:20:43.855" v="5703" actId="1076"/>
          <ac:picMkLst>
            <pc:docMk/>
            <pc:sldMk cId="1963555525" sldId="398"/>
            <ac:picMk id="6" creationId="{80F89911-415C-AD00-F747-E907D53C4067}"/>
          </ac:picMkLst>
        </pc:picChg>
        <pc:picChg chg="add del mod">
          <ac:chgData name="Karel Dieussaert" userId="25362131-4d5f-4b85-b1a1-5a7b44980067" providerId="ADAL" clId="{1EC8AB66-9A3A-48C0-931B-A8EBCF438A2A}" dt="2025-09-22T10:32:26.774" v="5498" actId="478"/>
          <ac:picMkLst>
            <pc:docMk/>
            <pc:sldMk cId="1963555525" sldId="398"/>
            <ac:picMk id="8" creationId="{DC240F8E-8237-90CA-8F0A-07487501854F}"/>
          </ac:picMkLst>
        </pc:picChg>
        <pc:picChg chg="add del mod">
          <ac:chgData name="Karel Dieussaert" userId="25362131-4d5f-4b85-b1a1-5a7b44980067" providerId="ADAL" clId="{1EC8AB66-9A3A-48C0-931B-A8EBCF438A2A}" dt="2025-09-22T10:33:48.476" v="5506" actId="478"/>
          <ac:picMkLst>
            <pc:docMk/>
            <pc:sldMk cId="1963555525" sldId="398"/>
            <ac:picMk id="15" creationId="{ED803D8A-07FB-330F-85BA-0D64CDC62D4D}"/>
          </ac:picMkLst>
        </pc:picChg>
        <pc:picChg chg="add mod">
          <ac:chgData name="Karel Dieussaert" userId="25362131-4d5f-4b85-b1a1-5a7b44980067" providerId="ADAL" clId="{1EC8AB66-9A3A-48C0-931B-A8EBCF438A2A}" dt="2025-09-22T11:08:38.649" v="5585" actId="1076"/>
          <ac:picMkLst>
            <pc:docMk/>
            <pc:sldMk cId="1963555525" sldId="398"/>
            <ac:picMk id="17" creationId="{79C3AA42-BF4C-DAD9-70B2-1DA3D42CEBEC}"/>
          </ac:picMkLst>
        </pc:picChg>
        <pc:picChg chg="del">
          <ac:chgData name="Karel Dieussaert" userId="25362131-4d5f-4b85-b1a1-5a7b44980067" providerId="ADAL" clId="{1EC8AB66-9A3A-48C0-931B-A8EBCF438A2A}" dt="2025-09-22T10:11:48.073" v="5255" actId="478"/>
          <ac:picMkLst>
            <pc:docMk/>
            <pc:sldMk cId="1963555525" sldId="398"/>
            <ac:picMk id="18" creationId="{E48DE2E3-26DA-3316-E929-1D4E16C141F0}"/>
          </ac:picMkLst>
        </pc:picChg>
        <pc:picChg chg="add mod">
          <ac:chgData name="Karel Dieussaert" userId="25362131-4d5f-4b85-b1a1-5a7b44980067" providerId="ADAL" clId="{1EC8AB66-9A3A-48C0-931B-A8EBCF438A2A}" dt="2025-09-22T11:09:12.739" v="5608" actId="1036"/>
          <ac:picMkLst>
            <pc:docMk/>
            <pc:sldMk cId="1963555525" sldId="398"/>
            <ac:picMk id="20" creationId="{D5CCDFFA-AB2A-A078-3053-7507407C3690}"/>
          </ac:picMkLst>
        </pc:picChg>
        <pc:picChg chg="del">
          <ac:chgData name="Karel Dieussaert" userId="25362131-4d5f-4b85-b1a1-5a7b44980067" providerId="ADAL" clId="{1EC8AB66-9A3A-48C0-931B-A8EBCF438A2A}" dt="2025-09-22T10:11:58.106" v="5260" actId="478"/>
          <ac:picMkLst>
            <pc:docMk/>
            <pc:sldMk cId="1963555525" sldId="398"/>
            <ac:picMk id="26" creationId="{B2BB4351-DE15-9C03-4F36-E093F2E66EC8}"/>
          </ac:picMkLst>
        </pc:picChg>
        <pc:picChg chg="add mod">
          <ac:chgData name="Karel Dieussaert" userId="25362131-4d5f-4b85-b1a1-5a7b44980067" providerId="ADAL" clId="{1EC8AB66-9A3A-48C0-931B-A8EBCF438A2A}" dt="2025-09-22T11:09:09.995" v="5601" actId="1036"/>
          <ac:picMkLst>
            <pc:docMk/>
            <pc:sldMk cId="1963555525" sldId="398"/>
            <ac:picMk id="27" creationId="{04D6EB96-70E2-7F16-5B62-A87C42A18A9D}"/>
          </ac:picMkLst>
        </pc:picChg>
        <pc:picChg chg="del">
          <ac:chgData name="Karel Dieussaert" userId="25362131-4d5f-4b85-b1a1-5a7b44980067" providerId="ADAL" clId="{1EC8AB66-9A3A-48C0-931B-A8EBCF438A2A}" dt="2025-09-22T10:11:58.761" v="5261" actId="478"/>
          <ac:picMkLst>
            <pc:docMk/>
            <pc:sldMk cId="1963555525" sldId="398"/>
            <ac:picMk id="28" creationId="{43FD192F-E560-6F56-CCA6-97AB6069880B}"/>
          </ac:picMkLst>
        </pc:picChg>
        <pc:picChg chg="del">
          <ac:chgData name="Karel Dieussaert" userId="25362131-4d5f-4b85-b1a1-5a7b44980067" providerId="ADAL" clId="{1EC8AB66-9A3A-48C0-931B-A8EBCF438A2A}" dt="2025-09-22T10:11:59.396" v="5262" actId="478"/>
          <ac:picMkLst>
            <pc:docMk/>
            <pc:sldMk cId="1963555525" sldId="398"/>
            <ac:picMk id="31" creationId="{4C671AD6-45C1-F435-AFA0-129A6B22E4E9}"/>
          </ac:picMkLst>
        </pc:picChg>
      </pc:sldChg>
      <pc:sldChg chg="addSp delSp modSp add mod modAnim">
        <pc:chgData name="Karel Dieussaert" userId="25362131-4d5f-4b85-b1a1-5a7b44980067" providerId="ADAL" clId="{1EC8AB66-9A3A-48C0-931B-A8EBCF438A2A}" dt="2025-09-22T12:00:47.225" v="5936" actId="20577"/>
        <pc:sldMkLst>
          <pc:docMk/>
          <pc:sldMk cId="3563142358" sldId="399"/>
        </pc:sldMkLst>
        <pc:spChg chg="mod">
          <ac:chgData name="Karel Dieussaert" userId="25362131-4d5f-4b85-b1a1-5a7b44980067" providerId="ADAL" clId="{1EC8AB66-9A3A-48C0-931B-A8EBCF438A2A}" dt="2025-09-22T12:00:47.225" v="5936" actId="20577"/>
          <ac:spMkLst>
            <pc:docMk/>
            <pc:sldMk cId="3563142358" sldId="399"/>
            <ac:spMk id="3" creationId="{7AD5F4EC-CB8D-55C0-5A39-220AFC81169B}"/>
          </ac:spMkLst>
        </pc:spChg>
        <pc:spChg chg="mod">
          <ac:chgData name="Karel Dieussaert" userId="25362131-4d5f-4b85-b1a1-5a7b44980067" providerId="ADAL" clId="{1EC8AB66-9A3A-48C0-931B-A8EBCF438A2A}" dt="2025-09-22T11:16:06.774" v="5655" actId="1076"/>
          <ac:spMkLst>
            <pc:docMk/>
            <pc:sldMk cId="3563142358" sldId="399"/>
            <ac:spMk id="5" creationId="{ACFB3DAD-CFDE-AD5D-5099-5F7512252AF4}"/>
          </ac:spMkLst>
        </pc:spChg>
        <pc:spChg chg="mod ord">
          <ac:chgData name="Karel Dieussaert" userId="25362131-4d5f-4b85-b1a1-5a7b44980067" providerId="ADAL" clId="{1EC8AB66-9A3A-48C0-931B-A8EBCF438A2A}" dt="2025-09-22T11:06:20.862" v="5580" actId="20577"/>
          <ac:spMkLst>
            <pc:docMk/>
            <pc:sldMk cId="3563142358" sldId="399"/>
            <ac:spMk id="9" creationId="{84B4BB7C-6316-0A73-66CF-011FC88D7039}"/>
          </ac:spMkLst>
        </pc:spChg>
        <pc:spChg chg="mod">
          <ac:chgData name="Karel Dieussaert" userId="25362131-4d5f-4b85-b1a1-5a7b44980067" providerId="ADAL" clId="{1EC8AB66-9A3A-48C0-931B-A8EBCF438A2A}" dt="2025-09-22T10:39:31.528" v="5543" actId="14100"/>
          <ac:spMkLst>
            <pc:docMk/>
            <pc:sldMk cId="3563142358" sldId="399"/>
            <ac:spMk id="10" creationId="{0798E350-906E-344E-5FBF-E3B4CC75DEAB}"/>
          </ac:spMkLst>
        </pc:spChg>
        <pc:spChg chg="add mod">
          <ac:chgData name="Karel Dieussaert" userId="25362131-4d5f-4b85-b1a1-5a7b44980067" providerId="ADAL" clId="{1EC8AB66-9A3A-48C0-931B-A8EBCF438A2A}" dt="2025-09-22T10:49:50.861" v="5574" actId="14100"/>
          <ac:spMkLst>
            <pc:docMk/>
            <pc:sldMk cId="3563142358" sldId="399"/>
            <ac:spMk id="14" creationId="{479CE4F0-FEFF-C5E6-B531-EC916CBA2940}"/>
          </ac:spMkLst>
        </pc:spChg>
        <pc:spChg chg="del">
          <ac:chgData name="Karel Dieussaert" userId="25362131-4d5f-4b85-b1a1-5a7b44980067" providerId="ADAL" clId="{1EC8AB66-9A3A-48C0-931B-A8EBCF438A2A}" dt="2025-09-22T10:48:05.017" v="5555" actId="478"/>
          <ac:spMkLst>
            <pc:docMk/>
            <pc:sldMk cId="3563142358" sldId="399"/>
            <ac:spMk id="23" creationId="{3CDD5377-D9CE-0501-B12B-6A0EE96CF16B}"/>
          </ac:spMkLst>
        </pc:spChg>
        <pc:picChg chg="del">
          <ac:chgData name="Karel Dieussaert" userId="25362131-4d5f-4b85-b1a1-5a7b44980067" providerId="ADAL" clId="{1EC8AB66-9A3A-48C0-931B-A8EBCF438A2A}" dt="2025-09-22T10:38:03.124" v="5533" actId="478"/>
          <ac:picMkLst>
            <pc:docMk/>
            <pc:sldMk cId="3563142358" sldId="399"/>
            <ac:picMk id="6" creationId="{6A15ED8E-BD81-C13D-2D67-7B2FEDE0C1C6}"/>
          </ac:picMkLst>
        </pc:picChg>
        <pc:picChg chg="add mod">
          <ac:chgData name="Karel Dieussaert" userId="25362131-4d5f-4b85-b1a1-5a7b44980067" providerId="ADAL" clId="{1EC8AB66-9A3A-48C0-931B-A8EBCF438A2A}" dt="2025-09-22T10:39:07.463" v="5537" actId="1440"/>
          <ac:picMkLst>
            <pc:docMk/>
            <pc:sldMk cId="3563142358" sldId="399"/>
            <ac:picMk id="7" creationId="{E4496DE0-361F-B7CD-3A7A-64EA8D7EC4DE}"/>
          </ac:picMkLst>
        </pc:picChg>
        <pc:picChg chg="add mod">
          <ac:chgData name="Karel Dieussaert" userId="25362131-4d5f-4b85-b1a1-5a7b44980067" providerId="ADAL" clId="{1EC8AB66-9A3A-48C0-931B-A8EBCF438A2A}" dt="2025-09-22T10:48:24.185" v="5562" actId="1076"/>
          <ac:picMkLst>
            <pc:docMk/>
            <pc:sldMk cId="3563142358" sldId="399"/>
            <ac:picMk id="11" creationId="{DBD4F3F1-0F1E-F8A3-0F96-CDA391E2434C}"/>
          </ac:picMkLst>
        </pc:picChg>
        <pc:picChg chg="add mod">
          <ac:chgData name="Karel Dieussaert" userId="25362131-4d5f-4b85-b1a1-5a7b44980067" providerId="ADAL" clId="{1EC8AB66-9A3A-48C0-931B-A8EBCF438A2A}" dt="2025-09-22T10:48:46.881" v="5566" actId="1076"/>
          <ac:picMkLst>
            <pc:docMk/>
            <pc:sldMk cId="3563142358" sldId="399"/>
            <ac:picMk id="13" creationId="{CBE27934-5B2F-5385-CF53-929A797421EE}"/>
          </ac:picMkLst>
        </pc:picChg>
        <pc:picChg chg="del">
          <ac:chgData name="Karel Dieussaert" userId="25362131-4d5f-4b85-b1a1-5a7b44980067" providerId="ADAL" clId="{1EC8AB66-9A3A-48C0-931B-A8EBCF438A2A}" dt="2025-09-22T10:38:57.080" v="5535" actId="478"/>
          <ac:picMkLst>
            <pc:docMk/>
            <pc:sldMk cId="3563142358" sldId="399"/>
            <ac:picMk id="17" creationId="{4CDB6BAB-B8B3-CABE-7350-2B56095C003B}"/>
          </ac:picMkLst>
        </pc:picChg>
        <pc:picChg chg="del">
          <ac:chgData name="Karel Dieussaert" userId="25362131-4d5f-4b85-b1a1-5a7b44980067" providerId="ADAL" clId="{1EC8AB66-9A3A-48C0-931B-A8EBCF438A2A}" dt="2025-09-22T10:48:11.768" v="5557" actId="478"/>
          <ac:picMkLst>
            <pc:docMk/>
            <pc:sldMk cId="3563142358" sldId="399"/>
            <ac:picMk id="20" creationId="{260B1AEF-9464-905D-EFF9-D1D28965F3B6}"/>
          </ac:picMkLst>
        </pc:picChg>
        <pc:picChg chg="del">
          <ac:chgData name="Karel Dieussaert" userId="25362131-4d5f-4b85-b1a1-5a7b44980067" providerId="ADAL" clId="{1EC8AB66-9A3A-48C0-931B-A8EBCF438A2A}" dt="2025-09-22T10:48:06.779" v="5556" actId="478"/>
          <ac:picMkLst>
            <pc:docMk/>
            <pc:sldMk cId="3563142358" sldId="399"/>
            <ac:picMk id="27" creationId="{D48D76C6-2419-B767-FEB2-B3D0667CBD0A}"/>
          </ac:picMkLst>
        </pc:picChg>
      </pc:sldChg>
      <pc:sldChg chg="addSp delSp modSp new mod delAnim modAnim">
        <pc:chgData name="Karel Dieussaert" userId="25362131-4d5f-4b85-b1a1-5a7b44980067" providerId="ADAL" clId="{1EC8AB66-9A3A-48C0-931B-A8EBCF438A2A}" dt="2025-09-22T20:42:01.575" v="9078" actId="255"/>
        <pc:sldMkLst>
          <pc:docMk/>
          <pc:sldMk cId="172866005" sldId="400"/>
        </pc:sldMkLst>
        <pc:spChg chg="mod">
          <ac:chgData name="Karel Dieussaert" userId="25362131-4d5f-4b85-b1a1-5a7b44980067" providerId="ADAL" clId="{1EC8AB66-9A3A-48C0-931B-A8EBCF438A2A}" dt="2025-09-22T20:39:33.216" v="9072" actId="20577"/>
          <ac:spMkLst>
            <pc:docMk/>
            <pc:sldMk cId="172866005" sldId="400"/>
            <ac:spMk id="2" creationId="{358ECC37-943D-8A7D-FAFA-98E59A54A691}"/>
          </ac:spMkLst>
        </pc:spChg>
        <pc:spChg chg="mod">
          <ac:chgData name="Karel Dieussaert" userId="25362131-4d5f-4b85-b1a1-5a7b44980067" providerId="ADAL" clId="{1EC8AB66-9A3A-48C0-931B-A8EBCF438A2A}" dt="2025-09-22T20:42:01.575" v="9078" actId="255"/>
          <ac:spMkLst>
            <pc:docMk/>
            <pc:sldMk cId="172866005" sldId="400"/>
            <ac:spMk id="3" creationId="{49A06AE9-CA72-7868-DCAD-BAF62B329AAE}"/>
          </ac:spMkLst>
        </pc:spChg>
        <pc:spChg chg="add mod">
          <ac:chgData name="Karel Dieussaert" userId="25362131-4d5f-4b85-b1a1-5a7b44980067" providerId="ADAL" clId="{1EC8AB66-9A3A-48C0-931B-A8EBCF438A2A}" dt="2025-09-22T13:39:44.912" v="6851" actId="1076"/>
          <ac:spMkLst>
            <pc:docMk/>
            <pc:sldMk cId="172866005" sldId="400"/>
            <ac:spMk id="5" creationId="{3B7A3B8D-F4B4-7F53-2E9F-574617A2C3C0}"/>
          </ac:spMkLst>
        </pc:spChg>
        <pc:spChg chg="add del mod">
          <ac:chgData name="Karel Dieussaert" userId="25362131-4d5f-4b85-b1a1-5a7b44980067" providerId="ADAL" clId="{1EC8AB66-9A3A-48C0-931B-A8EBCF438A2A}" dt="2025-09-22T14:16:42.171" v="7201" actId="478"/>
          <ac:spMkLst>
            <pc:docMk/>
            <pc:sldMk cId="172866005" sldId="400"/>
            <ac:spMk id="9" creationId="{146F3000-7B0B-4D3B-8FE4-A02C17D9AAE5}"/>
          </ac:spMkLst>
        </pc:spChg>
        <pc:spChg chg="add del mod">
          <ac:chgData name="Karel Dieussaert" userId="25362131-4d5f-4b85-b1a1-5a7b44980067" providerId="ADAL" clId="{1EC8AB66-9A3A-48C0-931B-A8EBCF438A2A}" dt="2025-09-22T14:17:15.370" v="7207" actId="478"/>
          <ac:spMkLst>
            <pc:docMk/>
            <pc:sldMk cId="172866005" sldId="400"/>
            <ac:spMk id="10" creationId="{0DDCFA90-8AC6-E45C-A457-D1067F76AE71}"/>
          </ac:spMkLst>
        </pc:spChg>
        <pc:spChg chg="add mod">
          <ac:chgData name="Karel Dieussaert" userId="25362131-4d5f-4b85-b1a1-5a7b44980067" providerId="ADAL" clId="{1EC8AB66-9A3A-48C0-931B-A8EBCF438A2A}" dt="2025-09-22T14:23:28.819" v="7338" actId="1076"/>
          <ac:spMkLst>
            <pc:docMk/>
            <pc:sldMk cId="172866005" sldId="400"/>
            <ac:spMk id="11" creationId="{19BC6E15-781B-0280-81FC-F54E4C6B48E8}"/>
          </ac:spMkLst>
        </pc:spChg>
        <pc:spChg chg="add mod">
          <ac:chgData name="Karel Dieussaert" userId="25362131-4d5f-4b85-b1a1-5a7b44980067" providerId="ADAL" clId="{1EC8AB66-9A3A-48C0-931B-A8EBCF438A2A}" dt="2025-09-22T14:23:15.139" v="7335" actId="1076"/>
          <ac:spMkLst>
            <pc:docMk/>
            <pc:sldMk cId="172866005" sldId="400"/>
            <ac:spMk id="12" creationId="{72DB16E3-E53C-CF30-0A2E-A9AC829844E8}"/>
          </ac:spMkLst>
        </pc:spChg>
        <pc:spChg chg="add mod">
          <ac:chgData name="Karel Dieussaert" userId="25362131-4d5f-4b85-b1a1-5a7b44980067" providerId="ADAL" clId="{1EC8AB66-9A3A-48C0-931B-A8EBCF438A2A}" dt="2025-09-22T14:23:18.824" v="7336" actId="1076"/>
          <ac:spMkLst>
            <pc:docMk/>
            <pc:sldMk cId="172866005" sldId="400"/>
            <ac:spMk id="13" creationId="{9A2EF38B-2CF3-F5CC-75DE-F9255A7B45D1}"/>
          </ac:spMkLst>
        </pc:spChg>
        <pc:spChg chg="add mod">
          <ac:chgData name="Karel Dieussaert" userId="25362131-4d5f-4b85-b1a1-5a7b44980067" providerId="ADAL" clId="{1EC8AB66-9A3A-48C0-931B-A8EBCF438A2A}" dt="2025-09-22T14:23:23.945" v="7337" actId="1076"/>
          <ac:spMkLst>
            <pc:docMk/>
            <pc:sldMk cId="172866005" sldId="400"/>
            <ac:spMk id="14" creationId="{EEED7A21-4E74-8987-2AFD-1B4C40634D55}"/>
          </ac:spMkLst>
        </pc:spChg>
        <pc:picChg chg="add del mod">
          <ac:chgData name="Karel Dieussaert" userId="25362131-4d5f-4b85-b1a1-5a7b44980067" providerId="ADAL" clId="{1EC8AB66-9A3A-48C0-931B-A8EBCF438A2A}" dt="2025-09-22T13:59:00.794" v="7161" actId="478"/>
          <ac:picMkLst>
            <pc:docMk/>
            <pc:sldMk cId="172866005" sldId="400"/>
            <ac:picMk id="6" creationId="{32931037-C2E1-184C-6A90-88576C77FBA6}"/>
          </ac:picMkLst>
        </pc:picChg>
        <pc:picChg chg="add mod">
          <ac:chgData name="Karel Dieussaert" userId="25362131-4d5f-4b85-b1a1-5a7b44980067" providerId="ADAL" clId="{1EC8AB66-9A3A-48C0-931B-A8EBCF438A2A}" dt="2025-09-22T14:17:04.615" v="7206" actId="1076"/>
          <ac:picMkLst>
            <pc:docMk/>
            <pc:sldMk cId="172866005" sldId="400"/>
            <ac:picMk id="8" creationId="{2257E29A-7DED-A693-088C-9705DF54EF64}"/>
          </ac:picMkLst>
        </pc:picChg>
        <pc:picChg chg="add del mod">
          <ac:chgData name="Karel Dieussaert" userId="25362131-4d5f-4b85-b1a1-5a7b44980067" providerId="ADAL" clId="{1EC8AB66-9A3A-48C0-931B-A8EBCF438A2A}" dt="2025-09-22T14:52:01.758" v="7352" actId="478"/>
          <ac:picMkLst>
            <pc:docMk/>
            <pc:sldMk cId="172866005" sldId="400"/>
            <ac:picMk id="15" creationId="{8ADCF712-145F-FEA8-83F8-CA3BA1DF8DB7}"/>
          </ac:picMkLst>
        </pc:picChg>
      </pc:sldChg>
      <pc:sldChg chg="addSp delSp modSp new mod delAnim modAnim">
        <pc:chgData name="Karel Dieussaert" userId="25362131-4d5f-4b85-b1a1-5a7b44980067" providerId="ADAL" clId="{1EC8AB66-9A3A-48C0-931B-A8EBCF438A2A}" dt="2025-09-22T14:49:42.165" v="7348" actId="1076"/>
        <pc:sldMkLst>
          <pc:docMk/>
          <pc:sldMk cId="952151422" sldId="401"/>
        </pc:sldMkLst>
        <pc:spChg chg="mod">
          <ac:chgData name="Karel Dieussaert" userId="25362131-4d5f-4b85-b1a1-5a7b44980067" providerId="ADAL" clId="{1EC8AB66-9A3A-48C0-931B-A8EBCF438A2A}" dt="2025-09-22T14:17:54.337" v="7239" actId="20577"/>
          <ac:spMkLst>
            <pc:docMk/>
            <pc:sldMk cId="952151422" sldId="401"/>
            <ac:spMk id="2" creationId="{8F574E04-0301-81C1-A65B-15DA56CB7025}"/>
          </ac:spMkLst>
        </pc:spChg>
        <pc:spChg chg="del">
          <ac:chgData name="Karel Dieussaert" userId="25362131-4d5f-4b85-b1a1-5a7b44980067" providerId="ADAL" clId="{1EC8AB66-9A3A-48C0-931B-A8EBCF438A2A}" dt="2025-09-22T14:18:19.852" v="7240"/>
          <ac:spMkLst>
            <pc:docMk/>
            <pc:sldMk cId="952151422" sldId="401"/>
            <ac:spMk id="3" creationId="{636CC623-1F9A-B060-05EC-C92870F8EC66}"/>
          </ac:spMkLst>
        </pc:spChg>
        <pc:spChg chg="add del mod">
          <ac:chgData name="Karel Dieussaert" userId="25362131-4d5f-4b85-b1a1-5a7b44980067" providerId="ADAL" clId="{1EC8AB66-9A3A-48C0-931B-A8EBCF438A2A}" dt="2025-09-22T14:49:18.388" v="7341"/>
          <ac:spMkLst>
            <pc:docMk/>
            <pc:sldMk cId="952151422" sldId="401"/>
            <ac:spMk id="6" creationId="{3162D491-56F3-8998-1C96-D495327CF71D}"/>
          </ac:spMkLst>
        </pc:spChg>
        <pc:picChg chg="add del mod">
          <ac:chgData name="Karel Dieussaert" userId="25362131-4d5f-4b85-b1a1-5a7b44980067" providerId="ADAL" clId="{1EC8AB66-9A3A-48C0-931B-A8EBCF438A2A}" dt="2025-09-22T14:49:11.285" v="7340" actId="478"/>
          <ac:picMkLst>
            <pc:docMk/>
            <pc:sldMk cId="952151422" sldId="401"/>
            <ac:picMk id="4" creationId="{580B2FAB-9F6D-643C-073A-9543895E2F14}"/>
          </ac:picMkLst>
        </pc:picChg>
        <pc:picChg chg="add mod">
          <ac:chgData name="Karel Dieussaert" userId="25362131-4d5f-4b85-b1a1-5a7b44980067" providerId="ADAL" clId="{1EC8AB66-9A3A-48C0-931B-A8EBCF438A2A}" dt="2025-09-22T14:49:42.165" v="7348" actId="1076"/>
          <ac:picMkLst>
            <pc:docMk/>
            <pc:sldMk cId="952151422" sldId="401"/>
            <ac:picMk id="7" creationId="{A90BE22C-CFCD-0BC2-9162-1D0B9127E284}"/>
          </ac:picMkLst>
        </pc:picChg>
      </pc:sldChg>
      <pc:sldChg chg="delSp add del mod">
        <pc:chgData name="Karel Dieussaert" userId="25362131-4d5f-4b85-b1a1-5a7b44980067" providerId="ADAL" clId="{1EC8AB66-9A3A-48C0-931B-A8EBCF438A2A}" dt="2025-09-22T15:56:44.087" v="7809" actId="2696"/>
        <pc:sldMkLst>
          <pc:docMk/>
          <pc:sldMk cId="338923129" sldId="402"/>
        </pc:sldMkLst>
        <pc:picChg chg="del">
          <ac:chgData name="Karel Dieussaert" userId="25362131-4d5f-4b85-b1a1-5a7b44980067" providerId="ADAL" clId="{1EC8AB66-9A3A-48C0-931B-A8EBCF438A2A}" dt="2025-09-22T15:56:35.455" v="7807" actId="21"/>
          <ac:picMkLst>
            <pc:docMk/>
            <pc:sldMk cId="338923129" sldId="402"/>
            <ac:picMk id="5" creationId="{7E0BFF59-3386-2C57-D040-E77CC528A326}"/>
          </ac:picMkLst>
        </pc:picChg>
        <pc:picChg chg="del">
          <ac:chgData name="Karel Dieussaert" userId="25362131-4d5f-4b85-b1a1-5a7b44980067" providerId="ADAL" clId="{1EC8AB66-9A3A-48C0-931B-A8EBCF438A2A}" dt="2025-09-22T15:56:35.455" v="7807" actId="21"/>
          <ac:picMkLst>
            <pc:docMk/>
            <pc:sldMk cId="338923129" sldId="402"/>
            <ac:picMk id="7" creationId="{C11D5775-FF2A-2AC2-BE95-6D2A49CA5ACF}"/>
          </ac:picMkLst>
        </pc:picChg>
      </pc:sldChg>
      <pc:sldChg chg="addSp delSp modSp new del mod">
        <pc:chgData name="Karel Dieussaert" userId="25362131-4d5f-4b85-b1a1-5a7b44980067" providerId="ADAL" clId="{1EC8AB66-9A3A-48C0-931B-A8EBCF438A2A}" dt="2025-09-22T19:19:20.013" v="8435" actId="2696"/>
        <pc:sldMkLst>
          <pc:docMk/>
          <pc:sldMk cId="1424743095" sldId="402"/>
        </pc:sldMkLst>
        <pc:picChg chg="add del mod">
          <ac:chgData name="Karel Dieussaert" userId="25362131-4d5f-4b85-b1a1-5a7b44980067" providerId="ADAL" clId="{1EC8AB66-9A3A-48C0-931B-A8EBCF438A2A}" dt="2025-09-22T19:18:38.525" v="8429" actId="21"/>
          <ac:picMkLst>
            <pc:docMk/>
            <pc:sldMk cId="1424743095" sldId="402"/>
            <ac:picMk id="4" creationId="{57491C7E-70BD-3EDE-A6FA-77041D4E4C15}"/>
          </ac:picMkLst>
        </pc:picChg>
        <pc:picChg chg="add del mod">
          <ac:chgData name="Karel Dieussaert" userId="25362131-4d5f-4b85-b1a1-5a7b44980067" providerId="ADAL" clId="{1EC8AB66-9A3A-48C0-931B-A8EBCF438A2A}" dt="2025-09-22T19:18:20.855" v="8423" actId="21"/>
          <ac:picMkLst>
            <pc:docMk/>
            <pc:sldMk cId="1424743095" sldId="402"/>
            <ac:picMk id="11" creationId="{47C41684-38A4-5057-E308-2F17D3D9588E}"/>
          </ac:picMkLst>
        </pc:picChg>
      </pc:sldChg>
      <pc:sldChg chg="addSp delSp modSp new mod">
        <pc:chgData name="Karel Dieussaert" userId="25362131-4d5f-4b85-b1a1-5a7b44980067" providerId="ADAL" clId="{1EC8AB66-9A3A-48C0-931B-A8EBCF438A2A}" dt="2025-09-22T19:58:15.080" v="9006" actId="20577"/>
        <pc:sldMkLst>
          <pc:docMk/>
          <pc:sldMk cId="2176424755" sldId="402"/>
        </pc:sldMkLst>
        <pc:spChg chg="mod">
          <ac:chgData name="Karel Dieussaert" userId="25362131-4d5f-4b85-b1a1-5a7b44980067" providerId="ADAL" clId="{1EC8AB66-9A3A-48C0-931B-A8EBCF438A2A}" dt="2025-09-22T19:58:15.080" v="9006" actId="20577"/>
          <ac:spMkLst>
            <pc:docMk/>
            <pc:sldMk cId="2176424755" sldId="402"/>
            <ac:spMk id="2" creationId="{26D15A1C-F750-0FC4-C3D7-41983F4E6B9F}"/>
          </ac:spMkLst>
        </pc:spChg>
        <pc:spChg chg="del">
          <ac:chgData name="Karel Dieussaert" userId="25362131-4d5f-4b85-b1a1-5a7b44980067" providerId="ADAL" clId="{1EC8AB66-9A3A-48C0-931B-A8EBCF438A2A}" dt="2025-09-22T19:27:36.951" v="8640" actId="478"/>
          <ac:spMkLst>
            <pc:docMk/>
            <pc:sldMk cId="2176424755" sldId="402"/>
            <ac:spMk id="3" creationId="{8B815700-9DAD-EC20-6D18-37F27EA421A7}"/>
          </ac:spMkLst>
        </pc:spChg>
        <pc:spChg chg="add mod">
          <ac:chgData name="Karel Dieussaert" userId="25362131-4d5f-4b85-b1a1-5a7b44980067" providerId="ADAL" clId="{1EC8AB66-9A3A-48C0-931B-A8EBCF438A2A}" dt="2025-09-22T19:47:46.630" v="8927" actId="1076"/>
          <ac:spMkLst>
            <pc:docMk/>
            <pc:sldMk cId="2176424755" sldId="402"/>
            <ac:spMk id="5" creationId="{34E07180-9C1E-1AF9-C2E3-67724EC9BCDC}"/>
          </ac:spMkLst>
        </pc:spChg>
        <pc:spChg chg="add del mod">
          <ac:chgData name="Karel Dieussaert" userId="25362131-4d5f-4b85-b1a1-5a7b44980067" providerId="ADAL" clId="{1EC8AB66-9A3A-48C0-931B-A8EBCF438A2A}" dt="2025-09-22T19:47:04.219" v="8916" actId="478"/>
          <ac:spMkLst>
            <pc:docMk/>
            <pc:sldMk cId="2176424755" sldId="402"/>
            <ac:spMk id="6" creationId="{87457E08-A1B6-3F1B-1549-AB5A50B5C483}"/>
          </ac:spMkLst>
        </pc:spChg>
        <pc:spChg chg="add del mod">
          <ac:chgData name="Karel Dieussaert" userId="25362131-4d5f-4b85-b1a1-5a7b44980067" providerId="ADAL" clId="{1EC8AB66-9A3A-48C0-931B-A8EBCF438A2A}" dt="2025-09-22T19:47:19.900" v="8920" actId="478"/>
          <ac:spMkLst>
            <pc:docMk/>
            <pc:sldMk cId="2176424755" sldId="402"/>
            <ac:spMk id="8" creationId="{003285B1-8946-16C8-E146-FAF7E6A641E4}"/>
          </ac:spMkLst>
        </pc:spChg>
        <pc:picChg chg="add mod">
          <ac:chgData name="Karel Dieussaert" userId="25362131-4d5f-4b85-b1a1-5a7b44980067" providerId="ADAL" clId="{1EC8AB66-9A3A-48C0-931B-A8EBCF438A2A}" dt="2025-09-22T19:47:38.251" v="8926" actId="14100"/>
          <ac:picMkLst>
            <pc:docMk/>
            <pc:sldMk cId="2176424755" sldId="402"/>
            <ac:picMk id="4" creationId="{57491C7E-70BD-3EDE-A6FA-77041D4E4C15}"/>
          </ac:picMkLst>
        </pc:picChg>
        <pc:picChg chg="add mod">
          <ac:chgData name="Karel Dieussaert" userId="25362131-4d5f-4b85-b1a1-5a7b44980067" providerId="ADAL" clId="{1EC8AB66-9A3A-48C0-931B-A8EBCF438A2A}" dt="2025-09-22T19:47:29.861" v="8923" actId="1076"/>
          <ac:picMkLst>
            <pc:docMk/>
            <pc:sldMk cId="2176424755" sldId="402"/>
            <ac:picMk id="11" creationId="{47C41684-38A4-5057-E308-2F17D3D9588E}"/>
          </ac:picMkLst>
        </pc:picChg>
      </pc:sldChg>
    </pc:docChg>
  </pc:docChgLst>
  <pc:docChgLst>
    <pc:chgData name="Evelyne  Devos" userId="S::evelyne.devos@amigo.earth::ac6e915e-dcd3-4569-b9a4-cf723fdac782" providerId="AD" clId="Web-{6B68BDEE-7BCF-9E02-7B59-7098FF7C7D0B}"/>
    <pc:docChg chg="modSld">
      <pc:chgData name="Evelyne  Devos" userId="S::evelyne.devos@amigo.earth::ac6e915e-dcd3-4569-b9a4-cf723fdac782" providerId="AD" clId="Web-{6B68BDEE-7BCF-9E02-7B59-7098FF7C7D0B}" dt="2025-05-21T11:41:13.201" v="146" actId="1076"/>
      <pc:docMkLst>
        <pc:docMk/>
      </pc:docMkLst>
      <pc:sldChg chg="modSp">
        <pc:chgData name="Evelyne  Devos" userId="S::evelyne.devos@amigo.earth::ac6e915e-dcd3-4569-b9a4-cf723fdac782" providerId="AD" clId="Web-{6B68BDEE-7BCF-9E02-7B59-7098FF7C7D0B}" dt="2025-05-21T11:27:04.957" v="18"/>
        <pc:sldMkLst>
          <pc:docMk/>
          <pc:sldMk cId="488320916" sldId="358"/>
        </pc:sldMkLst>
      </pc:sldChg>
      <pc:sldChg chg="modSp">
        <pc:chgData name="Evelyne  Devos" userId="S::evelyne.devos@amigo.earth::ac6e915e-dcd3-4569-b9a4-cf723fdac782" providerId="AD" clId="Web-{6B68BDEE-7BCF-9E02-7B59-7098FF7C7D0B}" dt="2025-05-21T11:27:42.505" v="20" actId="20577"/>
        <pc:sldMkLst>
          <pc:docMk/>
          <pc:sldMk cId="3754659774" sldId="365"/>
        </pc:sldMkLst>
      </pc:sldChg>
      <pc:sldChg chg="modSp">
        <pc:chgData name="Evelyne  Devos" userId="S::evelyne.devos@amigo.earth::ac6e915e-dcd3-4569-b9a4-cf723fdac782" providerId="AD" clId="Web-{6B68BDEE-7BCF-9E02-7B59-7098FF7C7D0B}" dt="2025-05-21T11:41:13.201" v="146" actId="1076"/>
        <pc:sldMkLst>
          <pc:docMk/>
          <pc:sldMk cId="860854586" sldId="366"/>
        </pc:sldMkLst>
      </pc:sldChg>
      <pc:sldChg chg="modSp">
        <pc:chgData name="Evelyne  Devos" userId="S::evelyne.devos@amigo.earth::ac6e915e-dcd3-4569-b9a4-cf723fdac782" providerId="AD" clId="Web-{6B68BDEE-7BCF-9E02-7B59-7098FF7C7D0B}" dt="2025-05-21T11:34:22.564" v="84" actId="20577"/>
        <pc:sldMkLst>
          <pc:docMk/>
          <pc:sldMk cId="960647915" sldId="372"/>
        </pc:sldMkLst>
      </pc:sldChg>
      <pc:sldChg chg="modSp">
        <pc:chgData name="Evelyne  Devos" userId="S::evelyne.devos@amigo.earth::ac6e915e-dcd3-4569-b9a4-cf723fdac782" providerId="AD" clId="Web-{6B68BDEE-7BCF-9E02-7B59-7098FF7C7D0B}" dt="2025-05-21T11:27:40.161" v="19" actId="20577"/>
        <pc:sldMkLst>
          <pc:docMk/>
          <pc:sldMk cId="2322693329" sldId="376"/>
        </pc:sldMkLst>
      </pc:sldChg>
      <pc:sldChg chg="modSp">
        <pc:chgData name="Evelyne  Devos" userId="S::evelyne.devos@amigo.earth::ac6e915e-dcd3-4569-b9a4-cf723fdac782" providerId="AD" clId="Web-{6B68BDEE-7BCF-9E02-7B59-7098FF7C7D0B}" dt="2025-05-21T11:39:51.839" v="132" actId="20577"/>
        <pc:sldMkLst>
          <pc:docMk/>
          <pc:sldMk cId="3526477083" sldId="380"/>
        </pc:sldMkLst>
      </pc:sldChg>
      <pc:sldChg chg="modSp">
        <pc:chgData name="Evelyne  Devos" userId="S::evelyne.devos@amigo.earth::ac6e915e-dcd3-4569-b9a4-cf723fdac782" providerId="AD" clId="Web-{6B68BDEE-7BCF-9E02-7B59-7098FF7C7D0B}" dt="2025-05-21T11:39:59.449" v="138" actId="20577"/>
        <pc:sldMkLst>
          <pc:docMk/>
          <pc:sldMk cId="1833114946" sldId="381"/>
        </pc:sldMkLst>
      </pc:sldChg>
      <pc:sldChg chg="modSp">
        <pc:chgData name="Evelyne  Devos" userId="S::evelyne.devos@amigo.earth::ac6e915e-dcd3-4569-b9a4-cf723fdac782" providerId="AD" clId="Web-{6B68BDEE-7BCF-9E02-7B59-7098FF7C7D0B}" dt="2025-05-21T11:40:04.965" v="140" actId="20577"/>
        <pc:sldMkLst>
          <pc:docMk/>
          <pc:sldMk cId="3909251402" sldId="382"/>
        </pc:sldMkLst>
      </pc:sldChg>
      <pc:sldChg chg="addSp delSp modSp">
        <pc:chgData name="Evelyne  Devos" userId="S::evelyne.devos@amigo.earth::ac6e915e-dcd3-4569-b9a4-cf723fdac782" providerId="AD" clId="Web-{6B68BDEE-7BCF-9E02-7B59-7098FF7C7D0B}" dt="2025-05-21T11:40:08.418" v="142" actId="20577"/>
        <pc:sldMkLst>
          <pc:docMk/>
          <pc:sldMk cId="2536857038" sldId="383"/>
        </pc:sldMkLst>
      </pc:sldChg>
      <pc:sldChg chg="modSp">
        <pc:chgData name="Evelyne  Devos" userId="S::evelyne.devos@amigo.earth::ac6e915e-dcd3-4569-b9a4-cf723fdac782" providerId="AD" clId="Web-{6B68BDEE-7BCF-9E02-7B59-7098FF7C7D0B}" dt="2025-05-21T11:40:15.137" v="145" actId="20577"/>
        <pc:sldMkLst>
          <pc:docMk/>
          <pc:sldMk cId="1280190943" sldId="384"/>
        </pc:sldMkLst>
      </pc:sldChg>
      <pc:sldChg chg="modSp">
        <pc:chgData name="Evelyne  Devos" userId="S::evelyne.devos@amigo.earth::ac6e915e-dcd3-4569-b9a4-cf723fdac782" providerId="AD" clId="Web-{6B68BDEE-7BCF-9E02-7B59-7098FF7C7D0B}" dt="2025-05-21T11:39:55.449" v="135" actId="20577"/>
        <pc:sldMkLst>
          <pc:docMk/>
          <pc:sldMk cId="930323011" sldId="386"/>
        </pc:sldMkLst>
      </pc:sldChg>
    </pc:docChg>
  </pc:docChgLst>
  <pc:docChgLst>
    <pc:chgData name="Evelyne  Devos" userId="ac6e915e-dcd3-4569-b9a4-cf723fdac782" providerId="ADAL" clId="{6159813D-5E43-4344-A38E-D740BCD7F3BB}"/>
    <pc:docChg chg="custSel modSld">
      <pc:chgData name="Evelyne  Devos" userId="ac6e915e-dcd3-4569-b9a4-cf723fdac782" providerId="ADAL" clId="{6159813D-5E43-4344-A38E-D740BCD7F3BB}" dt="2025-05-15T11:34:22.207" v="361" actId="20577"/>
      <pc:docMkLst>
        <pc:docMk/>
      </pc:docMkLst>
      <pc:sldChg chg="addSp modSp mod modCm">
        <pc:chgData name="Evelyne  Devos" userId="ac6e915e-dcd3-4569-b9a4-cf723fdac782" providerId="ADAL" clId="{6159813D-5E43-4344-A38E-D740BCD7F3BB}" dt="2025-05-15T11:34:22.207" v="361" actId="20577"/>
        <pc:sldMkLst>
          <pc:docMk/>
          <pc:sldMk cId="860854586" sldId="36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velyne  Devos" userId="ac6e915e-dcd3-4569-b9a4-cf723fdac782" providerId="ADAL" clId="{6159813D-5E43-4344-A38E-D740BCD7F3BB}" dt="2025-05-15T11:34:22.207" v="361" actId="20577"/>
              <pc2:cmMkLst xmlns:pc2="http://schemas.microsoft.com/office/powerpoint/2019/9/main/command">
                <pc:docMk/>
                <pc:sldMk cId="860854586" sldId="366"/>
                <pc2:cmMk id="{59396F39-7E69-4099-9503-54F4A78883AA}"/>
              </pc2:cmMkLst>
            </pc226:cmChg>
          </p:ext>
        </pc:ext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7ED5A7-3A17-4A70-AE2A-2D0CFA40058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199F7-8D50-4F75-BF97-C554C7C9516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199F7-8D50-4F75-BF97-C554C7C951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511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199F7-8D50-4F75-BF97-C554C7C951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75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22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22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tif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 (NL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BC01886B-8EF2-8292-D538-52CD54889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30" y="863880"/>
            <a:ext cx="2413000" cy="609600"/>
          </a:xfrm>
          <a:prstGeom prst="rect">
            <a:avLst/>
          </a:prstGeom>
        </p:spPr>
      </p:pic>
      <p:pic>
        <p:nvPicPr>
          <p:cNvPr id="7" name="Picture 9" descr="A yellow curved object on a black background&#10;&#10;Description automatically generated">
            <a:extLst>
              <a:ext uri="{FF2B5EF4-FFF2-40B4-BE49-F238E27FC236}">
                <a16:creationId xmlns:a16="http://schemas.microsoft.com/office/drawing/2014/main" id="{977C5F06-3064-F441-264E-4007050469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520" y="0"/>
            <a:ext cx="5987480" cy="6858000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AB09428A-4B96-A35C-D667-807FE5ACE0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330" y="3775100"/>
            <a:ext cx="8632510" cy="1325563"/>
          </a:xfrm>
        </p:spPr>
        <p:txBody>
          <a:bodyPr anchor="b"/>
          <a:lstStyle/>
          <a:p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87B88D7-28EE-2334-84A8-90E94D14F4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30" y="5287962"/>
            <a:ext cx="8632509" cy="706157"/>
          </a:xfrm>
        </p:spPr>
        <p:txBody>
          <a:bodyPr>
            <a:norm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nl-BE"/>
              <a:t>ADD DATE, CLIENT NAME OR EVENT NAME HERE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438045D1-4769-6FB9-4CDE-B93E009ED779}"/>
              </a:ext>
            </a:extLst>
          </p:cNvPr>
          <p:cNvSpPr txBox="1"/>
          <p:nvPr userDrawn="1"/>
        </p:nvSpPr>
        <p:spPr>
          <a:xfrm>
            <a:off x="1500724" y="1379660"/>
            <a:ext cx="22677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000" b="1"/>
              <a:t>Vlaams Datanutsbedrijf</a:t>
            </a:r>
          </a:p>
        </p:txBody>
      </p:sp>
    </p:spTree>
    <p:extLst>
      <p:ext uri="{BB962C8B-B14F-4D97-AF65-F5344CB8AC3E}">
        <p14:creationId xmlns:p14="http://schemas.microsoft.com/office/powerpoint/2010/main" val="4011005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 (EN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BC01886B-8EF2-8292-D538-52CD54889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30" y="863880"/>
            <a:ext cx="2413000" cy="609600"/>
          </a:xfrm>
          <a:prstGeom prst="rect">
            <a:avLst/>
          </a:prstGeom>
        </p:spPr>
      </p:pic>
      <p:pic>
        <p:nvPicPr>
          <p:cNvPr id="7" name="Picture 9" descr="A yellow curved object on a black background&#10;&#10;Description automatically generated">
            <a:extLst>
              <a:ext uri="{FF2B5EF4-FFF2-40B4-BE49-F238E27FC236}">
                <a16:creationId xmlns:a16="http://schemas.microsoft.com/office/drawing/2014/main" id="{977C5F06-3064-F441-264E-4007050469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520" y="0"/>
            <a:ext cx="5987480" cy="6858000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AB09428A-4B96-A35C-D667-807FE5ACE0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330" y="3775100"/>
            <a:ext cx="8791006" cy="1325563"/>
          </a:xfrm>
        </p:spPr>
        <p:txBody>
          <a:bodyPr anchor="b"/>
          <a:lstStyle/>
          <a:p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87B88D7-28EE-2334-84A8-90E94D14F4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30" y="5287962"/>
            <a:ext cx="8791005" cy="706157"/>
          </a:xfrm>
        </p:spPr>
        <p:txBody>
          <a:bodyPr>
            <a:norm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nl-BE"/>
              <a:t>Add date, client name or event name here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7E3047FF-8BBA-5753-0F26-842DFAE63E46}"/>
              </a:ext>
            </a:extLst>
          </p:cNvPr>
          <p:cNvSpPr txBox="1"/>
          <p:nvPr userDrawn="1"/>
        </p:nvSpPr>
        <p:spPr>
          <a:xfrm>
            <a:off x="1500724" y="1379660"/>
            <a:ext cx="22677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000" b="1"/>
              <a:t>The Data Utility Company</a:t>
            </a:r>
          </a:p>
        </p:txBody>
      </p:sp>
    </p:spTree>
    <p:extLst>
      <p:ext uri="{BB962C8B-B14F-4D97-AF65-F5344CB8AC3E}">
        <p14:creationId xmlns:p14="http://schemas.microsoft.com/office/powerpoint/2010/main" val="750399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2">
    <p:bg>
      <p:bgPr>
        <a:solidFill>
          <a:srgbClr val="FFCC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AB28F7-A298-1E4C-A91C-F14A7EBA27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1071155"/>
            <a:ext cx="6620692" cy="3526972"/>
          </a:xfrm>
        </p:spPr>
        <p:txBody>
          <a:bodyPr/>
          <a:lstStyle/>
          <a:p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nl-BE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2489B7C-C131-9658-E934-61CFB78EB5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349" t="31949" b="-1612"/>
          <a:stretch/>
        </p:blipFill>
        <p:spPr>
          <a:xfrm flipH="1">
            <a:off x="7450136" y="0"/>
            <a:ext cx="4741864" cy="478536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631C8D3-4371-5132-2891-CB2B903F0AF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9427" y="1917290"/>
            <a:ext cx="1150517" cy="293749"/>
          </a:xfrm>
          <a:prstGeom prst="rect">
            <a:avLst/>
          </a:prstGeom>
        </p:spPr>
      </p:pic>
      <p:sp>
        <p:nvSpPr>
          <p:cNvPr id="8" name="Rectangle: Rounded Corners 10">
            <a:extLst>
              <a:ext uri="{FF2B5EF4-FFF2-40B4-BE49-F238E27FC236}">
                <a16:creationId xmlns:a16="http://schemas.microsoft.com/office/drawing/2014/main" id="{1951DA79-20E6-D717-0088-40F68B2E7584}"/>
              </a:ext>
            </a:extLst>
          </p:cNvPr>
          <p:cNvSpPr/>
          <p:nvPr userDrawn="1"/>
        </p:nvSpPr>
        <p:spPr>
          <a:xfrm>
            <a:off x="929640" y="5268828"/>
            <a:ext cx="73772" cy="752560"/>
          </a:xfrm>
          <a:prstGeom prst="roundRect">
            <a:avLst>
              <a:gd name="adj" fmla="val 241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7955A76C-CD3B-B5AE-0102-A657957863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23950" y="5268913"/>
            <a:ext cx="6426382" cy="36117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nl-BE"/>
              <a:t>Add your name here</a:t>
            </a:r>
          </a:p>
        </p:txBody>
      </p:sp>
      <p:sp>
        <p:nvSpPr>
          <p:cNvPr id="11" name="Tijdelijke aanduiding voor tekst 9">
            <a:extLst>
              <a:ext uri="{FF2B5EF4-FFF2-40B4-BE49-F238E27FC236}">
                <a16:creationId xmlns:a16="http://schemas.microsoft.com/office/drawing/2014/main" id="{8D9B7F38-3844-B9B6-901B-8DEE5BE41D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3950" y="5660210"/>
            <a:ext cx="6426382" cy="361178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BE"/>
              <a:t>Add date, event name or your title here</a:t>
            </a:r>
          </a:p>
        </p:txBody>
      </p:sp>
    </p:spTree>
    <p:extLst>
      <p:ext uri="{BB962C8B-B14F-4D97-AF65-F5344CB8AC3E}">
        <p14:creationId xmlns:p14="http://schemas.microsoft.com/office/powerpoint/2010/main" val="390782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B3D488-896C-2B0F-1A45-EC10CF0A5E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6416" y="4805172"/>
            <a:ext cx="6361941" cy="1714484"/>
          </a:xfrm>
        </p:spPr>
        <p:txBody>
          <a:bodyPr/>
          <a:lstStyle/>
          <a:p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subtitle</a:t>
            </a:r>
            <a:r>
              <a:rPr lang="nl-NL"/>
              <a:t> </a:t>
            </a:r>
            <a:r>
              <a:rPr lang="nl-NL" err="1"/>
              <a:t>here</a:t>
            </a:r>
            <a:endParaRPr lang="nl-BE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44E5C39-1AC4-39D2-6A0A-821BF58FF1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349" t="31949" b="-1612"/>
          <a:stretch/>
        </p:blipFill>
        <p:spPr>
          <a:xfrm flipV="1">
            <a:off x="0" y="2752344"/>
            <a:ext cx="4068338" cy="410565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400CF50-6C70-6535-8939-A72DF4B3FF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50570" y="1021703"/>
            <a:ext cx="2505111" cy="639603"/>
          </a:xfrm>
          <a:prstGeom prst="rect">
            <a:avLst/>
          </a:prstGeom>
        </p:spPr>
      </p:pic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5A7AD2DC-536D-8B86-43FD-A28F144D10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4476" y="4560681"/>
            <a:ext cx="2444750" cy="1958975"/>
          </a:xfrm>
        </p:spPr>
        <p:txBody>
          <a:bodyPr/>
          <a:lstStyle>
            <a:lvl1pPr marL="0" indent="0" algn="ctr">
              <a:buNone/>
              <a:defRPr sz="13800" b="1">
                <a:solidFill>
                  <a:srgbClr val="FFCC8E"/>
                </a:solidFill>
                <a:latin typeface="+mj-lt"/>
              </a:defRPr>
            </a:lvl1pPr>
          </a:lstStyle>
          <a:p>
            <a:pPr lvl="0"/>
            <a:r>
              <a:rPr lang="nl-BE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91206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AEF9-CE83-74A4-9F38-9BDE2F30732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633869"/>
            <a:ext cx="9144000" cy="1500809"/>
          </a:xfrm>
        </p:spPr>
        <p:txBody>
          <a:bodyPr anchor="b"/>
          <a:lstStyle>
            <a:lvl1pPr algn="ctr">
              <a:defRPr sz="4800"/>
            </a:lvl1pPr>
          </a:lstStyle>
          <a:p>
            <a:pPr algn="ctr"/>
            <a:r>
              <a:rPr lang="en-US" sz="4800" b="1">
                <a:solidFill>
                  <a:srgbClr val="210040"/>
                </a:solidFill>
                <a:effectLst/>
                <a:latin typeface="+mj-lt"/>
                <a:ea typeface="Times New Roman" panose="02020603050405020304" pitchFamily="18" charset="0"/>
              </a:rPr>
              <a:t>De shift van </a:t>
            </a:r>
            <a:r>
              <a:rPr lang="en-US" sz="4800" b="1">
                <a:solidFill>
                  <a:srgbClr val="210040"/>
                </a:solidFill>
                <a:latin typeface="+mj-lt"/>
                <a:ea typeface="Times New Roman" panose="02020603050405020304" pitchFamily="18" charset="0"/>
              </a:rPr>
              <a:t>data </a:t>
            </a:r>
            <a:r>
              <a:rPr lang="en-US" sz="4800" b="1" err="1">
                <a:solidFill>
                  <a:srgbClr val="210040"/>
                </a:solidFill>
                <a:latin typeface="+mj-lt"/>
                <a:ea typeface="Times New Roman" panose="02020603050405020304" pitchFamily="18" charset="0"/>
              </a:rPr>
              <a:t>delen</a:t>
            </a:r>
            <a:br>
              <a:rPr lang="en-US" sz="4800" b="1">
                <a:solidFill>
                  <a:srgbClr val="210040"/>
                </a:solidFill>
                <a:latin typeface="+mj-lt"/>
                <a:ea typeface="Times New Roman" panose="02020603050405020304" pitchFamily="18" charset="0"/>
              </a:rPr>
            </a:br>
            <a:r>
              <a:rPr lang="en-US" sz="4800" b="1" err="1">
                <a:solidFill>
                  <a:srgbClr val="210040"/>
                </a:solidFill>
                <a:effectLst/>
                <a:latin typeface="+mj-lt"/>
                <a:ea typeface="Times New Roman" panose="02020603050405020304" pitchFamily="18" charset="0"/>
              </a:rPr>
              <a:t>naar</a:t>
            </a:r>
            <a:r>
              <a:rPr lang="en-US" sz="4800" b="1">
                <a:solidFill>
                  <a:srgbClr val="210040"/>
                </a:solidFill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4800" b="1">
                <a:solidFill>
                  <a:srgbClr val="210040"/>
                </a:solidFill>
                <a:latin typeface="+mj-lt"/>
                <a:ea typeface="Times New Roman" panose="02020603050405020304" pitchFamily="18" charset="0"/>
              </a:rPr>
              <a:t>data </a:t>
            </a:r>
            <a:r>
              <a:rPr lang="en-US" sz="4800" b="1" err="1">
                <a:solidFill>
                  <a:srgbClr val="210040"/>
                </a:solidFill>
                <a:latin typeface="+mj-lt"/>
                <a:ea typeface="Times New Roman" panose="02020603050405020304" pitchFamily="18" charset="0"/>
              </a:rPr>
              <a:t>samenwerking</a:t>
            </a:r>
            <a:endParaRPr lang="en-US" sz="4800" b="1">
              <a:solidFill>
                <a:srgbClr val="21004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4292D-DC40-E93A-BDB4-061CBDE723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270149"/>
            <a:ext cx="9144000" cy="987651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rgbClr val="E6E6E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err="1"/>
              <a:t>Subtitle</a:t>
            </a:r>
            <a:r>
              <a:rPr lang="nl-NL"/>
              <a:t> or name of </a:t>
            </a:r>
            <a:r>
              <a:rPr lang="nl-NL" err="1"/>
              <a:t>the</a:t>
            </a:r>
            <a:r>
              <a:rPr lang="nl-NL"/>
              <a:t> speaker</a:t>
            </a:r>
            <a:endParaRPr lang="en-US"/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6534F759-1BEF-8FDA-248B-170A5955F6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1376" y="1835626"/>
            <a:ext cx="649247" cy="66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198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8518379C-556A-114C-0F8D-A3125044589E}"/>
              </a:ext>
            </a:extLst>
          </p:cNvPr>
          <p:cNvSpPr/>
          <p:nvPr userDrawn="1"/>
        </p:nvSpPr>
        <p:spPr>
          <a:xfrm>
            <a:off x="0" y="0"/>
            <a:ext cx="44129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514FE4-7C5E-6041-623F-FE7861BC34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702" y="302479"/>
            <a:ext cx="3986489" cy="2172364"/>
          </a:xfrm>
        </p:spPr>
        <p:txBody>
          <a:bodyPr/>
          <a:lstStyle>
            <a:lvl1pPr>
              <a:defRPr sz="2800"/>
            </a:lvl1pPr>
          </a:lstStyle>
          <a:p>
            <a:r>
              <a:rPr lang="nl-NL"/>
              <a:t>Slide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nl-BE"/>
          </a:p>
        </p:txBody>
      </p:sp>
      <p:pic>
        <p:nvPicPr>
          <p:cNvPr id="4" name="Graphic 3" descr="Post-its met effen opvulling">
            <a:extLst>
              <a:ext uri="{FF2B5EF4-FFF2-40B4-BE49-F238E27FC236}">
                <a16:creationId xmlns:a16="http://schemas.microsoft.com/office/drawing/2014/main" id="{F7FD8AAF-DDE5-CD15-FE65-3726A23E97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416" y="3102853"/>
            <a:ext cx="3562141" cy="356214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F19242-0222-6618-87DB-3A3796BFF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607" y="347759"/>
            <a:ext cx="7220902" cy="5510188"/>
          </a:xfrm>
        </p:spPr>
        <p:txBody>
          <a:bodyPr>
            <a:normAutofit/>
          </a:bodyPr>
          <a:lstStyle>
            <a:lvl1pPr marL="288000" indent="-288000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0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 b="1"/>
            </a:lvl1pPr>
            <a:lvl2pPr marL="630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954900" indent="-342900">
              <a:lnSpc>
                <a:spcPct val="100000"/>
              </a:lnSpc>
              <a:buClr>
                <a:srgbClr val="210040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71642D-79F4-8B2B-C402-9A673949E53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1464800" y="6164411"/>
            <a:ext cx="393783" cy="40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00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8518379C-556A-114C-0F8D-A3125044589E}"/>
              </a:ext>
            </a:extLst>
          </p:cNvPr>
          <p:cNvSpPr/>
          <p:nvPr userDrawn="1"/>
        </p:nvSpPr>
        <p:spPr>
          <a:xfrm>
            <a:off x="0" y="0"/>
            <a:ext cx="4412974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514FE4-7C5E-6041-623F-FE7861BC34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702" y="302479"/>
            <a:ext cx="3986489" cy="2172364"/>
          </a:xfrm>
        </p:spPr>
        <p:txBody>
          <a:bodyPr/>
          <a:lstStyle>
            <a:lvl1pPr>
              <a:defRPr sz="2800"/>
            </a:lvl1pPr>
          </a:lstStyle>
          <a:p>
            <a:r>
              <a:rPr lang="nl-NL"/>
              <a:t>Slide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nl-BE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F240BAD-9462-051E-B37A-C634F515B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564" b="21365"/>
          <a:stretch/>
        </p:blipFill>
        <p:spPr>
          <a:xfrm>
            <a:off x="1" y="3388501"/>
            <a:ext cx="3637280" cy="346949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C58E5E-5137-73D9-9C33-EBCE771FC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607" y="347759"/>
            <a:ext cx="7220902" cy="5510188"/>
          </a:xfrm>
        </p:spPr>
        <p:txBody>
          <a:bodyPr>
            <a:normAutofit/>
          </a:bodyPr>
          <a:lstStyle>
            <a:lvl1pPr marL="288000" indent="-288000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0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 b="1"/>
            </a:lvl1pPr>
            <a:lvl2pPr marL="630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954900" indent="-342900">
              <a:lnSpc>
                <a:spcPct val="100000"/>
              </a:lnSpc>
              <a:buClr>
                <a:srgbClr val="210040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F38C94-B532-E222-F3AC-0FEDEF5416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1464800" y="6164411"/>
            <a:ext cx="393783" cy="40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29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5C14512-1422-DA81-2B4B-57DB055D17AA}"/>
              </a:ext>
            </a:extLst>
          </p:cNvPr>
          <p:cNvSpPr/>
          <p:nvPr userDrawn="1"/>
        </p:nvSpPr>
        <p:spPr>
          <a:xfrm>
            <a:off x="1" y="0"/>
            <a:ext cx="407987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90DE3-CA2F-523C-8219-E828FCBEA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491" y="347759"/>
            <a:ext cx="3395683" cy="5510188"/>
          </a:xfrm>
        </p:spPr>
        <p:txBody>
          <a:bodyPr/>
          <a:lstStyle>
            <a:lvl1pPr>
              <a:defRPr sz="2800"/>
            </a:lvl1pPr>
          </a:lstStyle>
          <a:p>
            <a:r>
              <a:rPr lang="nl-NL"/>
              <a:t>Slide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088D415-AA9F-A7D4-D465-53804B3502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8275" y="6267498"/>
            <a:ext cx="1347787" cy="34411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6E7395-029F-3B18-39F6-67B236E82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607" y="347759"/>
            <a:ext cx="7220902" cy="5510188"/>
          </a:xfrm>
        </p:spPr>
        <p:txBody>
          <a:bodyPr>
            <a:normAutofit/>
          </a:bodyPr>
          <a:lstStyle>
            <a:lvl1pPr marL="288000" indent="-288000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0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 b="1">
                <a:solidFill>
                  <a:schemeClr val="bg1"/>
                </a:solidFill>
              </a:defRPr>
            </a:lvl1pPr>
            <a:lvl2pPr marL="630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900000" indent="-288000"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6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5C14512-1422-DA81-2B4B-57DB055D17AA}"/>
              </a:ext>
            </a:extLst>
          </p:cNvPr>
          <p:cNvSpPr/>
          <p:nvPr userDrawn="1"/>
        </p:nvSpPr>
        <p:spPr>
          <a:xfrm>
            <a:off x="1" y="0"/>
            <a:ext cx="40798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90DE3-CA2F-523C-8219-E828FCBEA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216" y="511201"/>
            <a:ext cx="3419958" cy="55101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Slide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1FF7A-CD43-E540-AA3B-364D8503E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160" y="511201"/>
            <a:ext cx="7220902" cy="5510188"/>
          </a:xfrm>
        </p:spPr>
        <p:txBody>
          <a:bodyPr>
            <a:normAutofit/>
          </a:bodyPr>
          <a:lstStyle>
            <a:lvl1pPr marL="288000" indent="-288000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0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 b="1"/>
            </a:lvl1pPr>
            <a:lvl2pPr marL="630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900000" indent="-288000">
              <a:lnSpc>
                <a:spcPct val="100000"/>
              </a:lnSpc>
              <a:buClr>
                <a:srgbClr val="210040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088D415-AA9F-A7D4-D465-53804B350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28275" y="6267498"/>
            <a:ext cx="1347787" cy="34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0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Slid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5C14512-1422-DA81-2B4B-57DB055D17AA}"/>
              </a:ext>
            </a:extLst>
          </p:cNvPr>
          <p:cNvSpPr/>
          <p:nvPr userDrawn="1"/>
        </p:nvSpPr>
        <p:spPr>
          <a:xfrm>
            <a:off x="1" y="0"/>
            <a:ext cx="4079874" cy="6858000"/>
          </a:xfrm>
          <a:prstGeom prst="rect">
            <a:avLst/>
          </a:prstGeom>
          <a:solidFill>
            <a:srgbClr val="FFC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90DE3-CA2F-523C-8219-E828FCBEA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511200"/>
            <a:ext cx="3222943" cy="1325563"/>
          </a:xfrm>
        </p:spPr>
        <p:txBody>
          <a:bodyPr/>
          <a:lstStyle>
            <a:lvl1pPr>
              <a:defRPr>
                <a:solidFill>
                  <a:srgbClr val="371953"/>
                </a:solidFill>
              </a:defRPr>
            </a:lvl1pPr>
          </a:lstStyle>
          <a:p>
            <a:r>
              <a:rPr lang="nl-NL"/>
              <a:t>Slide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1FF7A-CD43-E540-AA3B-364D8503E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160" y="511201"/>
            <a:ext cx="7220902" cy="5510188"/>
          </a:xfrm>
        </p:spPr>
        <p:txBody>
          <a:bodyPr>
            <a:normAutofit/>
          </a:bodyPr>
          <a:lstStyle>
            <a:lvl1pPr marL="288000" indent="-288000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0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 b="1"/>
            </a:lvl1pPr>
            <a:lvl2pPr marL="630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900000" indent="-288000">
              <a:lnSpc>
                <a:spcPct val="100000"/>
              </a:lnSpc>
              <a:buClr>
                <a:srgbClr val="210040"/>
              </a:buClr>
              <a:buFont typeface="Wingdings" panose="05000000000000000000" pitchFamily="2" charset="2"/>
              <a:buChar char="£"/>
              <a:defRPr sz="2000">
                <a:solidFill>
                  <a:schemeClr val="tx1"/>
                </a:solidFill>
              </a:defRPr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088D415-AA9F-A7D4-D465-53804B350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28275" y="6267498"/>
            <a:ext cx="1347787" cy="344116"/>
          </a:xfrm>
          <a:prstGeom prst="rect">
            <a:avLst/>
          </a:prstGeom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275FD0DF-64B2-5DF0-504F-ACBBCF39A7C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1464800" y="6164411"/>
            <a:ext cx="393783" cy="40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726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5C14512-1422-DA81-2B4B-57DB055D17AA}"/>
              </a:ext>
            </a:extLst>
          </p:cNvPr>
          <p:cNvSpPr/>
          <p:nvPr userDrawn="1"/>
        </p:nvSpPr>
        <p:spPr>
          <a:xfrm>
            <a:off x="1" y="0"/>
            <a:ext cx="4079874" cy="6858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90DE3-CA2F-523C-8219-E828FCBEA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11200"/>
            <a:ext cx="3222943" cy="1325563"/>
          </a:xfrm>
        </p:spPr>
        <p:txBody>
          <a:bodyPr/>
          <a:lstStyle>
            <a:lvl1pPr>
              <a:defRPr>
                <a:solidFill>
                  <a:srgbClr val="371953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1FF7A-CD43-E540-AA3B-364D8503E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160" y="511201"/>
            <a:ext cx="7220902" cy="5510188"/>
          </a:xfrm>
        </p:spPr>
        <p:txBody>
          <a:bodyPr>
            <a:normAutofit/>
          </a:bodyPr>
          <a:lstStyle>
            <a:lvl1pPr marL="288000" indent="-288000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0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 b="1"/>
            </a:lvl1pPr>
            <a:lvl2pPr marL="630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900000" indent="-288000">
              <a:lnSpc>
                <a:spcPct val="100000"/>
              </a:lnSpc>
              <a:buClr>
                <a:srgbClr val="210040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088D415-AA9F-A7D4-D465-53804B350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28275" y="6267498"/>
            <a:ext cx="1347787" cy="344116"/>
          </a:xfrm>
          <a:prstGeom prst="rect">
            <a:avLst/>
          </a:prstGeom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158E5CA6-A63C-7558-E5EA-466B11D0DB5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1464800" y="6164411"/>
            <a:ext cx="393783" cy="40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028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7906C2-745D-7149-2E86-A0DA589017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461" y="640408"/>
            <a:ext cx="5566809" cy="1325563"/>
          </a:xfrm>
        </p:spPr>
        <p:txBody>
          <a:bodyPr/>
          <a:lstStyle/>
          <a:p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nl-B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76A5B0ED-CB2F-6439-23D6-074BF84BACC8}"/>
              </a:ext>
            </a:extLst>
          </p:cNvPr>
          <p:cNvSpPr/>
          <p:nvPr userDrawn="1"/>
        </p:nvSpPr>
        <p:spPr>
          <a:xfrm>
            <a:off x="6102627" y="0"/>
            <a:ext cx="6089373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63952907-EEB4-7E12-5275-093BDCFD74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64800" y="6164411"/>
            <a:ext cx="393783" cy="401986"/>
          </a:xfrm>
          <a:prstGeom prst="rect">
            <a:avLst/>
          </a:prstGeom>
        </p:spPr>
      </p:pic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132EA63-5B04-9F2D-FE67-E7BFDF6D19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7461" y="391170"/>
            <a:ext cx="5566809" cy="225055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rgbClr val="FFCC8E"/>
                </a:solidFill>
                <a:latin typeface="+mj-lt"/>
              </a:defRPr>
            </a:lvl1pPr>
          </a:lstStyle>
          <a:p>
            <a:pPr lvl="0"/>
            <a:r>
              <a:rPr lang="nl-BE"/>
              <a:t>Add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453484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04D2-5BA1-414C-6F18-B4B361D05C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35C6B1-581C-169B-2DED-9D3C06006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8275" y="6267498"/>
            <a:ext cx="1347787" cy="34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831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04D2-5BA1-414C-6F18-B4B361D05C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03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2A92F1-8F8B-81CA-2153-6CFBBC36A0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25849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4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04D2-5BA1-414C-6F18-B4B361D05C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/>
          <a:lstStyle>
            <a:lvl1pPr algn="ctr">
              <a:defRPr/>
            </a:lvl1pPr>
          </a:lstStyle>
          <a:p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50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A white circle with a yellow circle in the middle&#10;&#10;Description automatically generated">
            <a:extLst>
              <a:ext uri="{FF2B5EF4-FFF2-40B4-BE49-F238E27FC236}">
                <a16:creationId xmlns:a16="http://schemas.microsoft.com/office/drawing/2014/main" id="{6B5D2065-227A-BB72-6DEB-2866BBF367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00" y="6164411"/>
            <a:ext cx="393785" cy="401989"/>
          </a:xfrm>
          <a:prstGeom prst="rect">
            <a:avLst/>
          </a:prstGeom>
        </p:spPr>
      </p:pic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B39C6CE-6F86-CAA8-DCC8-917F8F41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08213" y="1633538"/>
            <a:ext cx="7824787" cy="37607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BE"/>
              <a:t>Add quote text here</a:t>
            </a:r>
          </a:p>
        </p:txBody>
      </p:sp>
    </p:spTree>
    <p:extLst>
      <p:ext uri="{BB962C8B-B14F-4D97-AF65-F5344CB8AC3E}">
        <p14:creationId xmlns:p14="http://schemas.microsoft.com/office/powerpoint/2010/main" val="17638388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3006022-AD18-8087-8678-AC09442780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842000"/>
            <a:ext cx="11404600" cy="2168298"/>
          </a:xfrm>
        </p:spPr>
        <p:txBody>
          <a:bodyPr>
            <a:normAutofit/>
          </a:bodyPr>
          <a:lstStyle>
            <a:lvl1pPr marL="0" indent="0" algn="ctr">
              <a:buNone/>
              <a:defRPr sz="14800" b="1">
                <a:solidFill>
                  <a:srgbClr val="FFCC8E"/>
                </a:solidFill>
                <a:latin typeface="Byrd" pitchFamily="2" charset="77"/>
              </a:defRPr>
            </a:lvl1pPr>
          </a:lstStyle>
          <a:p>
            <a:pPr lvl="0"/>
            <a:r>
              <a:rPr lang="nl-BE"/>
              <a:t>5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6F5B15A1-9692-8EF4-3320-186F4F0E62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075927"/>
            <a:ext cx="11404600" cy="1906587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Byrd" pitchFamily="2" charset="77"/>
              </a:defRPr>
            </a:lvl1pPr>
          </a:lstStyle>
          <a:p>
            <a:pPr lvl="0"/>
            <a:r>
              <a:rPr lang="nl-BE"/>
              <a:t>Add subtext here</a:t>
            </a:r>
          </a:p>
        </p:txBody>
      </p:sp>
    </p:spTree>
    <p:extLst>
      <p:ext uri="{BB962C8B-B14F-4D97-AF65-F5344CB8AC3E}">
        <p14:creationId xmlns:p14="http://schemas.microsoft.com/office/powerpoint/2010/main" val="3902771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57A3811-954C-8E52-C78F-50B3D8E541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469" y="1599441"/>
            <a:ext cx="7334870" cy="337012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BE"/>
              <a:t>Add quote text here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BA90240D-FFF6-05D3-3C32-09508FF857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82339" y="0"/>
            <a:ext cx="4409661" cy="68580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86873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Empty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8946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ground Empty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1671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Empty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8691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Empt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1550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Empty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860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Empty 6">
    <p:bg>
      <p:bgPr>
        <a:solidFill>
          <a:srgbClr val="FFCC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5867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608A86-36B5-598E-856D-0FC053207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349" t="31949" b="-1612"/>
          <a:stretch/>
        </p:blipFill>
        <p:spPr>
          <a:xfrm flipH="1" flipV="1">
            <a:off x="7450136" y="2072640"/>
            <a:ext cx="4741864" cy="478536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0E13AA1-16DF-2F65-2A86-1963C0C3AC1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1835" y="4753597"/>
            <a:ext cx="3801534" cy="970605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04223C77-0CE2-F504-0074-51886D62A26F}"/>
              </a:ext>
            </a:extLst>
          </p:cNvPr>
          <p:cNvSpPr txBox="1"/>
          <p:nvPr userDrawn="1"/>
        </p:nvSpPr>
        <p:spPr>
          <a:xfrm>
            <a:off x="795769" y="4562856"/>
            <a:ext cx="54360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b="1">
                <a:solidFill>
                  <a:srgbClr val="FFF8F1"/>
                </a:solidFill>
              </a:rPr>
              <a:t>Volg ons</a:t>
            </a:r>
          </a:p>
          <a:p>
            <a:br>
              <a:rPr lang="nl-BE">
                <a:solidFill>
                  <a:srgbClr val="FFF8F1"/>
                </a:solidFill>
              </a:rPr>
            </a:br>
            <a:r>
              <a:rPr lang="nl-BE">
                <a:solidFill>
                  <a:srgbClr val="FFF8F1"/>
                </a:solidFill>
              </a:rPr>
              <a:t>www.linkedin.com/company/athumi</a:t>
            </a:r>
          </a:p>
          <a:p>
            <a:r>
              <a:rPr lang="nl-BE">
                <a:solidFill>
                  <a:srgbClr val="FFF8F1"/>
                </a:solidFill>
              </a:rPr>
              <a:t>www.athumi.eu</a:t>
            </a:r>
          </a:p>
          <a:p>
            <a:endParaRPr lang="nl-BE">
              <a:solidFill>
                <a:srgbClr val="FFF8F1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2D22E47-B412-9785-46E4-25F4F386F2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511200"/>
            <a:ext cx="6457887" cy="2573376"/>
          </a:xfrm>
        </p:spPr>
        <p:txBody>
          <a:bodyPr/>
          <a:lstStyle>
            <a:lvl1pPr>
              <a:defRPr sz="4000"/>
            </a:lvl1pPr>
          </a:lstStyle>
          <a:p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final</a:t>
            </a:r>
            <a:r>
              <a:rPr lang="nl-NL"/>
              <a:t> quote </a:t>
            </a:r>
            <a:r>
              <a:rPr lang="nl-NL" err="1"/>
              <a:t>here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65391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5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E29691-3FF3-44E6-9867-E408F313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11200"/>
            <a:ext cx="11160125" cy="1325563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B80BE-C9D0-66CC-EBE9-3500DB280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2174239"/>
            <a:ext cx="11160125" cy="38471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5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7" r:id="rId2"/>
    <p:sldLayoutId id="2147483886" r:id="rId3"/>
    <p:sldLayoutId id="2147483888" r:id="rId4"/>
    <p:sldLayoutId id="2147483679" r:id="rId5"/>
    <p:sldLayoutId id="2147483889" r:id="rId6"/>
    <p:sldLayoutId id="2147483903" r:id="rId7"/>
    <p:sldLayoutId id="2147483682" r:id="rId8"/>
    <p:sldLayoutId id="2147483683" r:id="rId9"/>
    <p:sldLayoutId id="2147483890" r:id="rId10"/>
    <p:sldLayoutId id="2147483900" r:id="rId11"/>
    <p:sldLayoutId id="2147483902" r:id="rId12"/>
    <p:sldLayoutId id="2147483688" r:id="rId13"/>
    <p:sldLayoutId id="2147483687" r:id="rId14"/>
    <p:sldLayoutId id="2147483896" r:id="rId15"/>
    <p:sldLayoutId id="2147483901" r:id="rId16"/>
    <p:sldLayoutId id="2147483892" r:id="rId17"/>
    <p:sldLayoutId id="2147483893" r:id="rId18"/>
    <p:sldLayoutId id="2147483904" r:id="rId19"/>
    <p:sldLayoutId id="2147483891" r:id="rId20"/>
    <p:sldLayoutId id="2147483894" r:id="rId21"/>
    <p:sldLayoutId id="2147483895" r:id="rId22"/>
    <p:sldLayoutId id="2147483897" r:id="rId23"/>
    <p:sldLayoutId id="2147483898" r:id="rId24"/>
    <p:sldLayoutId id="2147483899" r:id="rId25"/>
    <p:sldLayoutId id="2147483885" r:id="rId26"/>
    <p:sldLayoutId id="2147483905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lus Jakarta Sans" pitchFamily="2" charset="77"/>
          <a:ea typeface="+mn-ea"/>
          <a:cs typeface="Plus Jakarta Sa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lus Jakarta Sans" pitchFamily="2" charset="77"/>
          <a:ea typeface="+mn-ea"/>
          <a:cs typeface="Plus Jakarta Sans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lus Jakarta Sans" pitchFamily="2" charset="77"/>
          <a:ea typeface="+mn-ea"/>
          <a:cs typeface="Plus Jakarta Sans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lus Jakarta Sans" pitchFamily="2" charset="77"/>
          <a:ea typeface="+mn-ea"/>
          <a:cs typeface="Plus Jakarta Sans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lus Jakarta Sans" pitchFamily="2" charset="77"/>
          <a:ea typeface="+mn-ea"/>
          <a:cs typeface="Plus Jakarta Sa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93">
          <p15:clr>
            <a:srgbClr val="F26B43"/>
          </p15:clr>
        </p15:guide>
        <p15:guide id="2" pos="2570">
          <p15:clr>
            <a:srgbClr val="F26B43"/>
          </p15:clr>
        </p15:guide>
        <p15:guide id="3" pos="5110">
          <p15:clr>
            <a:srgbClr val="F26B43"/>
          </p15:clr>
        </p15:guide>
        <p15:guide id="4" pos="325">
          <p15:clr>
            <a:srgbClr val="F26B43"/>
          </p15:clr>
        </p15:guide>
        <p15:guide id="5" pos="7355">
          <p15:clr>
            <a:srgbClr val="F26B43"/>
          </p15:clr>
        </p15:guide>
        <p15:guide id="6" orient="horz" pos="13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roerendErfgoed/brdr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OnroerendErfgoed/brdrQ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roerendErfgoed/brdr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1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doi.org/10.55465/SXCW6218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hyperlink" Target="https://doi.org/10.55465/SXCW621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doi.org/10.55465/SXCW6218" TargetMode="External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g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hyperlink" Target="https://github.com/OnroerendErfgoed/brdrQ" TargetMode="Externa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OnroerendErfgoed/brdr/discussions/" TargetMode="External"/><Relationship Id="rId3" Type="http://schemas.openxmlformats.org/officeDocument/2006/relationships/hyperlink" Target="https://github.com/OnroerendErfgoed/brdrQ" TargetMode="External"/><Relationship Id="rId7" Type="http://schemas.openxmlformats.org/officeDocument/2006/relationships/hyperlink" Target="https://github.com/OnroerendErfgoed/brdrQ/issues" TargetMode="External"/><Relationship Id="rId2" Type="http://schemas.openxmlformats.org/officeDocument/2006/relationships/hyperlink" Target="https://github.com/OnroerendErfgoed/brdr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github.com/OnroerendErfgoed/brdr/issues" TargetMode="External"/><Relationship Id="rId5" Type="http://schemas.openxmlformats.org/officeDocument/2006/relationships/hyperlink" Target="https://doi.org/10.55465/SXCW6218" TargetMode="External"/><Relationship Id="rId10" Type="http://schemas.openxmlformats.org/officeDocument/2006/relationships/hyperlink" Target="mailto:Karel.dieussaert@geosolutions.be" TargetMode="External"/><Relationship Id="rId4" Type="http://schemas.openxmlformats.org/officeDocument/2006/relationships/hyperlink" Target="https://docs.athumi.eu/vip/help/grenzen-verleggen" TargetMode="External"/><Relationship Id="rId9" Type="http://schemas.openxmlformats.org/officeDocument/2006/relationships/hyperlink" Target="mailto:karel.dieussaert@vlaanderen.b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30" y="3775100"/>
            <a:ext cx="9793958" cy="787275"/>
          </a:xfrm>
        </p:spPr>
        <p:txBody>
          <a:bodyPr/>
          <a:lstStyle/>
          <a:p>
            <a:r>
              <a:rPr lang="nl-NL" sz="6000" dirty="0"/>
              <a:t>'</a:t>
            </a:r>
            <a:r>
              <a:rPr sz="6000" dirty="0" err="1"/>
              <a:t>brdr</a:t>
            </a:r>
            <a:r>
              <a:rPr lang="nl-NL" sz="6000" dirty="0"/>
              <a:t>’ </a:t>
            </a:r>
            <a:r>
              <a:rPr sz="6000" dirty="0"/>
              <a:t>: Alignment of Geospatial Boundaries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1"/>
          </p:nvPr>
        </p:nvSpPr>
        <p:spPr>
          <a:xfrm>
            <a:off x="755330" y="5287962"/>
            <a:ext cx="8791005" cy="1247592"/>
          </a:xfrm>
        </p:spPr>
        <p:txBody>
          <a:bodyPr>
            <a:normAutofit fontScale="92500" lnSpcReduction="10000"/>
          </a:bodyPr>
          <a:lstStyle/>
          <a:p>
            <a:r>
              <a:rPr sz="1900" dirty="0"/>
              <a:t>A Python library aligning thematic geometries to reference borders</a:t>
            </a:r>
            <a:endParaRPr lang="nl-NL" sz="1900" dirty="0"/>
          </a:p>
          <a:p>
            <a:endParaRPr sz="1900" dirty="0"/>
          </a:p>
          <a:p>
            <a:r>
              <a:rPr sz="1200" dirty="0"/>
              <a:t>FOSS4G</a:t>
            </a:r>
            <a:r>
              <a:rPr lang="nl-NL" sz="1200" dirty="0"/>
              <a:t>.</a:t>
            </a:r>
            <a:r>
              <a:rPr lang="nl-NL" sz="1200" dirty="0" err="1"/>
              <a:t>be</a:t>
            </a:r>
            <a:r>
              <a:rPr lang="nl-NL" sz="1200" dirty="0"/>
              <a:t> - 25/09/2025</a:t>
            </a:r>
          </a:p>
          <a:p>
            <a:r>
              <a:rPr lang="nl-NL" sz="1200" dirty="0"/>
              <a:t> Karel Dieussaert </a:t>
            </a:r>
            <a:endParaRPr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E50B8A-95AC-F64B-BED4-B6532F4F5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041" y="687865"/>
            <a:ext cx="2016734" cy="975603"/>
          </a:xfrm>
        </p:spPr>
        <p:txBody>
          <a:bodyPr/>
          <a:lstStyle/>
          <a:p>
            <a:r>
              <a:rPr lang="nl-NL" dirty="0"/>
              <a:t>Agenda</a:t>
            </a:r>
            <a:endParaRPr lang="nl-B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D4A4BE-F96A-EB82-113C-50A3EA4CA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1797" y="1388662"/>
            <a:ext cx="6401541" cy="4357512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Plus Jakarta Sans"/>
              <a:cs typeface="Plus Jakarta Sans"/>
            </a:endParaRPr>
          </a:p>
          <a:p>
            <a:pPr marL="287655" indent="-287655"/>
            <a:r>
              <a:rPr lang="en-US" dirty="0">
                <a:latin typeface="Plus Jakarta Sans"/>
                <a:cs typeface="Plus Jakarta Sans"/>
              </a:rPr>
              <a:t>Why? The origin of the project</a:t>
            </a:r>
          </a:p>
          <a:p>
            <a:pPr marL="287655" indent="-287655"/>
            <a:r>
              <a:rPr lang="en-US" dirty="0">
                <a:latin typeface="Plus Jakarta Sans"/>
                <a:cs typeface="Plus Jakarta Sans"/>
              </a:rPr>
              <a:t>What? </a:t>
            </a:r>
            <a:r>
              <a:rPr lang="en-US" dirty="0" err="1">
                <a:latin typeface="Plus Jakarta Sans"/>
                <a:cs typeface="Plus Jakarta Sans"/>
              </a:rPr>
              <a:t>brdr</a:t>
            </a:r>
            <a:r>
              <a:rPr lang="en-US" dirty="0">
                <a:latin typeface="Plus Jakarta Sans"/>
                <a:cs typeface="Plus Jakarta Sans"/>
              </a:rPr>
              <a:t> (&amp; </a:t>
            </a:r>
            <a:r>
              <a:rPr lang="en-US" dirty="0" err="1">
                <a:latin typeface="Plus Jakarta Sans"/>
                <a:cs typeface="Plus Jakarta Sans"/>
              </a:rPr>
              <a:t>brdrQ</a:t>
            </a:r>
            <a:r>
              <a:rPr lang="en-US" dirty="0">
                <a:latin typeface="Plus Jakarta Sans"/>
                <a:cs typeface="Plus Jakarta Sans"/>
              </a:rPr>
              <a:t>)</a:t>
            </a:r>
          </a:p>
          <a:p>
            <a:pPr marL="287655" indent="-287655"/>
            <a:r>
              <a:rPr lang="en-US" dirty="0">
                <a:latin typeface="Plus Jakarta Sans"/>
                <a:cs typeface="Plus Jakarta Sans"/>
              </a:rPr>
              <a:t>How?  The algorithm</a:t>
            </a:r>
          </a:p>
          <a:p>
            <a:pPr marL="287655" indent="-287655"/>
            <a:r>
              <a:rPr lang="en-US" dirty="0">
                <a:latin typeface="Plus Jakarta Sans"/>
                <a:cs typeface="Plus Jakarta Sans"/>
              </a:rPr>
              <a:t>Use cases</a:t>
            </a:r>
            <a:endParaRPr lang="en-US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ADE0331-6636-A9B9-592E-76341A050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23" y="1636221"/>
            <a:ext cx="2965229" cy="41099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5B955966-64D7-9A44-EF90-D78FBA51E9F2}"/>
              </a:ext>
            </a:extLst>
          </p:cNvPr>
          <p:cNvSpPr txBox="1"/>
          <p:nvPr/>
        </p:nvSpPr>
        <p:spPr>
          <a:xfrm>
            <a:off x="4708259" y="6143998"/>
            <a:ext cx="44410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hlinkClick r:id="rId3"/>
              </a:rPr>
              <a:t>https://github.com/OnroerendErfgoed/brdr</a:t>
            </a:r>
            <a:r>
              <a:rPr lang="nl-BE" dirty="0"/>
              <a:t> </a:t>
            </a:r>
          </a:p>
          <a:p>
            <a:r>
              <a:rPr lang="nl-BE" dirty="0">
                <a:hlinkClick r:id="rId4"/>
              </a:rPr>
              <a:t>https://github.com/OnroerendErfgoed/brdrQ</a:t>
            </a:r>
            <a:endParaRPr lang="nl-BE" dirty="0"/>
          </a:p>
          <a:p>
            <a:r>
              <a:rPr lang="nl-BE" dirty="0"/>
              <a:t>	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359858AE-0FD2-A963-B583-B44B975BD4C3}"/>
              </a:ext>
            </a:extLst>
          </p:cNvPr>
          <p:cNvSpPr txBox="1"/>
          <p:nvPr/>
        </p:nvSpPr>
        <p:spPr>
          <a:xfrm>
            <a:off x="5094142" y="714002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'</a:t>
            </a:r>
            <a:r>
              <a:rPr lang="en-US" sz="2400" b="1" u="sng" dirty="0" err="1"/>
              <a:t>brdr</a:t>
            </a:r>
            <a:r>
              <a:rPr lang="en-US" sz="2400" b="1" u="sng" dirty="0"/>
              <a:t>’ : Alignment of Geospatial Boundaries</a:t>
            </a:r>
            <a:endParaRPr lang="nl-BE" sz="2400" b="1" u="sng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667EBC4C-F41F-2A42-8463-0D3850F93E09}"/>
              </a:ext>
            </a:extLst>
          </p:cNvPr>
          <p:cNvSpPr txBox="1"/>
          <p:nvPr/>
        </p:nvSpPr>
        <p:spPr>
          <a:xfrm>
            <a:off x="1732" y="6209438"/>
            <a:ext cx="6094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400" b="1" dirty="0"/>
              <a:t>FOSS4G.be - 25/09/2025</a:t>
            </a:r>
          </a:p>
          <a:p>
            <a:r>
              <a:rPr lang="nl-BE" sz="1400" b="1" dirty="0"/>
              <a:t> Karel Dieussaert </a:t>
            </a:r>
          </a:p>
        </p:txBody>
      </p:sp>
    </p:spTree>
    <p:extLst>
      <p:ext uri="{BB962C8B-B14F-4D97-AF65-F5344CB8AC3E}">
        <p14:creationId xmlns:p14="http://schemas.microsoft.com/office/powerpoint/2010/main" val="488320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D6AC1F59-F373-9E0C-162A-90C88C258584}"/>
              </a:ext>
            </a:extLst>
          </p:cNvPr>
          <p:cNvSpPr/>
          <p:nvPr/>
        </p:nvSpPr>
        <p:spPr>
          <a:xfrm>
            <a:off x="9010617" y="87549"/>
            <a:ext cx="2943310" cy="293775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75C9960-30D1-AD23-96E0-516D07F69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D0DD052-D2CB-5E43-7791-7F8D99D00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536" y="2649683"/>
            <a:ext cx="6623391" cy="2253057"/>
          </a:xfrm>
        </p:spPr>
        <p:txBody>
          <a:bodyPr vert="horz" lIns="0" tIns="45720" rIns="0" bIns="45720" rtlCol="0" anchor="t">
            <a:normAutofit/>
          </a:bodyPr>
          <a:lstStyle/>
          <a:p>
            <a:endParaRPr lang="en-US" dirty="0"/>
          </a:p>
          <a:p>
            <a:r>
              <a:rPr lang="en-US" b="0" dirty="0"/>
              <a:t>Exchange of </a:t>
            </a:r>
            <a:r>
              <a:rPr lang="en-US" dirty="0"/>
              <a:t>spatial</a:t>
            </a:r>
            <a:r>
              <a:rPr lang="en-US" b="0" dirty="0"/>
              <a:t> information</a:t>
            </a:r>
          </a:p>
          <a:p>
            <a:r>
              <a:rPr lang="en-US" b="0" dirty="0"/>
              <a:t>Queries based on </a:t>
            </a:r>
            <a:r>
              <a:rPr lang="en-US" dirty="0"/>
              <a:t>Geometry</a:t>
            </a:r>
          </a:p>
          <a:p>
            <a:r>
              <a:rPr lang="en-US" b="0" dirty="0"/>
              <a:t>Geodata </a:t>
            </a:r>
            <a:r>
              <a:rPr lang="en-US" dirty="0"/>
              <a:t>quality</a:t>
            </a:r>
            <a:r>
              <a:rPr lang="en-US" b="0" dirty="0"/>
              <a:t> is crucial (!)</a:t>
            </a:r>
            <a:endParaRPr lang="en-US" dirty="0"/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70651A3-5669-62FA-9E1E-26466D3CA11A}"/>
              </a:ext>
            </a:extLst>
          </p:cNvPr>
          <p:cNvSpPr/>
          <p:nvPr/>
        </p:nvSpPr>
        <p:spPr>
          <a:xfrm rot="5400000">
            <a:off x="7073386" y="4841544"/>
            <a:ext cx="416358" cy="4060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334D18-9DE7-92DF-A877-B23E54312CA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814" y="1254868"/>
            <a:ext cx="4092745" cy="35203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DE831E5B-FE96-EC54-5701-E602AE756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85" y="4331762"/>
            <a:ext cx="3727891" cy="24480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Afbeelding 10" descr="Afbeelding met Lettertype, Graphics, logo, tekst&#10;&#10;Door AI gegenereerde inhoud is mogelijk onjuist.">
            <a:extLst>
              <a:ext uri="{FF2B5EF4-FFF2-40B4-BE49-F238E27FC236}">
                <a16:creationId xmlns:a16="http://schemas.microsoft.com/office/drawing/2014/main" id="{CDCEFDE0-0EFA-28BC-FD9F-1F2A4F39FA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941" y="877185"/>
            <a:ext cx="2515306" cy="8412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446EE34D-F6EB-DFB1-1BB9-3E6D37C1DC19}"/>
              </a:ext>
            </a:extLst>
          </p:cNvPr>
          <p:cNvSpPr txBox="1"/>
          <p:nvPr/>
        </p:nvSpPr>
        <p:spPr>
          <a:xfrm>
            <a:off x="4893588" y="1808018"/>
            <a:ext cx="2134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i="1" dirty="0"/>
              <a:t>Data </a:t>
            </a:r>
            <a:r>
              <a:rPr lang="nl-NL" sz="1200" b="1" i="1" dirty="0" err="1"/>
              <a:t>Utility</a:t>
            </a:r>
            <a:r>
              <a:rPr lang="nl-NL" sz="1200" b="1" i="1" dirty="0"/>
              <a:t> Company</a:t>
            </a:r>
          </a:p>
        </p:txBody>
      </p:sp>
      <p:pic>
        <p:nvPicPr>
          <p:cNvPr id="14" name="Afbeelding 13" descr="Afbeelding met tekst, Lettertype, Graphics, logo&#10;&#10;Door AI gegenereerde inhoud is mogelijk onjuist.">
            <a:extLst>
              <a:ext uri="{FF2B5EF4-FFF2-40B4-BE49-F238E27FC236}">
                <a16:creationId xmlns:a16="http://schemas.microsoft.com/office/drawing/2014/main" id="{B8EBC4F1-1867-C644-B87E-185914253A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308" y="1524246"/>
            <a:ext cx="1129069" cy="4380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B6904F5C-719F-919F-8A9A-61D85E13333B}"/>
              </a:ext>
            </a:extLst>
          </p:cNvPr>
          <p:cNvSpPr txBox="1"/>
          <p:nvPr/>
        </p:nvSpPr>
        <p:spPr>
          <a:xfrm>
            <a:off x="10083669" y="1962325"/>
            <a:ext cx="1826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200" b="1" i="1" dirty="0"/>
              <a:t>Source: </a:t>
            </a:r>
          </a:p>
          <a:p>
            <a:pPr algn="ctr"/>
            <a:r>
              <a:rPr lang="nl-NL" sz="1200" b="1" i="1" dirty="0" err="1"/>
              <a:t>Flemish</a:t>
            </a:r>
            <a:r>
              <a:rPr lang="nl-NL" sz="1200" b="1" i="1" dirty="0"/>
              <a:t> Heritage Agency</a:t>
            </a:r>
            <a:endParaRPr lang="nl-BE" sz="1200" b="1" i="1" dirty="0"/>
          </a:p>
        </p:txBody>
      </p:sp>
      <p:sp>
        <p:nvSpPr>
          <p:cNvPr id="16" name="Pijl: links/rechts 15">
            <a:extLst>
              <a:ext uri="{FF2B5EF4-FFF2-40B4-BE49-F238E27FC236}">
                <a16:creationId xmlns:a16="http://schemas.microsoft.com/office/drawing/2014/main" id="{F5F27928-3105-E263-7B22-598564A65EF0}"/>
              </a:ext>
            </a:extLst>
          </p:cNvPr>
          <p:cNvSpPr/>
          <p:nvPr/>
        </p:nvSpPr>
        <p:spPr>
          <a:xfrm>
            <a:off x="7078523" y="835621"/>
            <a:ext cx="1873337" cy="918886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Exchanging</a:t>
            </a:r>
            <a:r>
              <a:rPr lang="nl-NL" sz="12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</a:t>
            </a:r>
            <a:r>
              <a:rPr lang="nl-NL" sz="1200" b="1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spatial</a:t>
            </a:r>
            <a:r>
              <a:rPr lang="nl-NL" sz="12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information</a:t>
            </a:r>
            <a:endParaRPr lang="nl-BE" sz="12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6234A0B8-DADC-A603-D173-93871B8ABAC3}"/>
              </a:ext>
            </a:extLst>
          </p:cNvPr>
          <p:cNvSpPr txBox="1"/>
          <p:nvPr/>
        </p:nvSpPr>
        <p:spPr>
          <a:xfrm>
            <a:off x="7241286" y="1754507"/>
            <a:ext cx="1606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200" b="1" i="1" dirty="0" err="1"/>
              <a:t>Where</a:t>
            </a:r>
            <a:r>
              <a:rPr lang="nl-NL" sz="1200" b="1" i="1" dirty="0"/>
              <a:t> is </a:t>
            </a:r>
            <a:r>
              <a:rPr lang="nl-NL" sz="1200" b="1" i="1" dirty="0" err="1"/>
              <a:t>protected</a:t>
            </a:r>
            <a:r>
              <a:rPr lang="nl-NL" sz="1200" b="1" i="1" dirty="0"/>
              <a:t> </a:t>
            </a:r>
            <a:r>
              <a:rPr lang="nl-NL" sz="1200" b="1" i="1" dirty="0" err="1"/>
              <a:t>heritage</a:t>
            </a:r>
            <a:r>
              <a:rPr lang="nl-NL" sz="1200" b="1" i="1" dirty="0"/>
              <a:t>?</a:t>
            </a:r>
            <a:endParaRPr lang="nl-BE" sz="1200" b="1" i="1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33F9616-51DA-ECF3-CAB4-8258826D0E25}"/>
              </a:ext>
            </a:extLst>
          </p:cNvPr>
          <p:cNvSpPr txBox="1"/>
          <p:nvPr/>
        </p:nvSpPr>
        <p:spPr>
          <a:xfrm>
            <a:off x="4634798" y="5442400"/>
            <a:ext cx="54488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ym typeface="Wingdings" panose="05000000000000000000" pitchFamily="2" charset="2"/>
              </a:rPr>
              <a:t>Data quality enhancement project</a:t>
            </a:r>
          </a:p>
          <a:p>
            <a:pPr marL="0" indent="0" algn="ctr">
              <a:buNone/>
            </a:pPr>
            <a:r>
              <a:rPr lang="en-US" dirty="0">
                <a:sym typeface="Wingdings" panose="05000000000000000000" pitchFamily="2" charset="2"/>
              </a:rPr>
              <a:t>(partnership </a:t>
            </a:r>
            <a:r>
              <a:rPr lang="en-US" dirty="0" err="1">
                <a:sym typeface="Wingdings" panose="05000000000000000000" pitchFamily="2" charset="2"/>
              </a:rPr>
              <a:t>Athumi</a:t>
            </a:r>
            <a:r>
              <a:rPr lang="en-US" dirty="0">
                <a:sym typeface="Wingdings" panose="05000000000000000000" pitchFamily="2" charset="2"/>
              </a:rPr>
              <a:t> – Flemish Heritage Agency)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2229EB83-C7D6-4E82-7F42-831ADAE12E93}"/>
              </a:ext>
            </a:extLst>
          </p:cNvPr>
          <p:cNvSpPr txBox="1"/>
          <p:nvPr/>
        </p:nvSpPr>
        <p:spPr>
          <a:xfrm>
            <a:off x="9545974" y="1236717"/>
            <a:ext cx="7713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i="1" dirty="0"/>
              <a:t>…………….</a:t>
            </a:r>
            <a:endParaRPr lang="nl-BE" sz="1200" b="1" i="1" dirty="0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7E31F584-B76D-78BC-FE72-78604BF83BA8}"/>
              </a:ext>
            </a:extLst>
          </p:cNvPr>
          <p:cNvSpPr txBox="1"/>
          <p:nvPr/>
        </p:nvSpPr>
        <p:spPr>
          <a:xfrm>
            <a:off x="10748051" y="2708060"/>
            <a:ext cx="722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i="1" dirty="0"/>
              <a:t>Source Z</a:t>
            </a:r>
            <a:endParaRPr lang="nl-BE" sz="1200" b="1" i="1" dirty="0"/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30B72C98-B04B-7D42-92D7-2F0DD3776A34}"/>
              </a:ext>
            </a:extLst>
          </p:cNvPr>
          <p:cNvSpPr txBox="1"/>
          <p:nvPr/>
        </p:nvSpPr>
        <p:spPr>
          <a:xfrm rot="16200000">
            <a:off x="8574463" y="1344351"/>
            <a:ext cx="1142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i="1" dirty="0"/>
              <a:t>DATA SOURCES</a:t>
            </a:r>
            <a:endParaRPr lang="nl-BE" sz="1200" b="1" i="1" dirty="0"/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657991A9-909F-FF69-0887-F78397A3E9DA}"/>
              </a:ext>
            </a:extLst>
          </p:cNvPr>
          <p:cNvSpPr txBox="1"/>
          <p:nvPr/>
        </p:nvSpPr>
        <p:spPr>
          <a:xfrm>
            <a:off x="9427861" y="2603267"/>
            <a:ext cx="7713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i="1" dirty="0"/>
              <a:t>…………….</a:t>
            </a:r>
            <a:endParaRPr lang="nl-BE" sz="1200" b="1" i="1" dirty="0"/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0FF517AA-D95E-4475-6084-70E086C1FEBD}"/>
              </a:ext>
            </a:extLst>
          </p:cNvPr>
          <p:cNvSpPr txBox="1"/>
          <p:nvPr/>
        </p:nvSpPr>
        <p:spPr>
          <a:xfrm>
            <a:off x="9593044" y="541242"/>
            <a:ext cx="733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i="1" dirty="0"/>
              <a:t>Source X</a:t>
            </a:r>
            <a:endParaRPr lang="nl-BE" sz="1200" b="1" i="1" dirty="0"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DD00A4C9-E34D-CC6D-0B82-E69250386220}"/>
              </a:ext>
            </a:extLst>
          </p:cNvPr>
          <p:cNvSpPr txBox="1"/>
          <p:nvPr/>
        </p:nvSpPr>
        <p:spPr>
          <a:xfrm>
            <a:off x="10843012" y="679741"/>
            <a:ext cx="7713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i="1" dirty="0"/>
              <a:t>…………….</a:t>
            </a:r>
            <a:endParaRPr lang="nl-BE" sz="1200" b="1" i="1" dirty="0"/>
          </a:p>
        </p:txBody>
      </p:sp>
      <p:pic>
        <p:nvPicPr>
          <p:cNvPr id="22" name="Afbeelding 21" descr="Afbeelding met Lettertype, Graphics, logo, tekst&#10;&#10;Door AI gegenereerde inhoud is mogelijk onjuist.">
            <a:extLst>
              <a:ext uri="{FF2B5EF4-FFF2-40B4-BE49-F238E27FC236}">
                <a16:creationId xmlns:a16="http://schemas.microsoft.com/office/drawing/2014/main" id="{1DA1489C-75D3-580C-59BC-3497F31E32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222" y="6140200"/>
            <a:ext cx="1257653" cy="4206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Afbeelding 22" descr="Afbeelding met tekst, Lettertype, Graphics, logo&#10;&#10;Door AI gegenereerde inhoud is mogelijk onjuist.">
            <a:extLst>
              <a:ext uri="{FF2B5EF4-FFF2-40B4-BE49-F238E27FC236}">
                <a16:creationId xmlns:a16="http://schemas.microsoft.com/office/drawing/2014/main" id="{8F3C3948-3F84-0826-7906-58715EEE54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875" y="6341775"/>
            <a:ext cx="1129069" cy="4380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4397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uiExpand="1" build="p"/>
      <p:bldP spid="4" grpId="0" animBg="1"/>
      <p:bldP spid="12" grpId="0"/>
      <p:bldP spid="15" grpId="0"/>
      <p:bldP spid="16" grpId="0" animBg="1"/>
      <p:bldP spid="17" grpId="0"/>
      <p:bldP spid="8" grpId="0"/>
      <p:bldP spid="10" grpId="0"/>
      <p:bldP spid="13" grpId="0"/>
      <p:bldP spid="18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D15A1C-F750-0FC4-C3D7-41983F4E6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Geodata</a:t>
            </a:r>
            <a:r>
              <a:rPr lang="nl-NL" dirty="0"/>
              <a:t> </a:t>
            </a:r>
            <a:r>
              <a:rPr lang="nl-NL" dirty="0" err="1"/>
              <a:t>quality</a:t>
            </a:r>
            <a:r>
              <a:rPr lang="nl-NL" dirty="0"/>
              <a:t> </a:t>
            </a:r>
            <a:endParaRPr lang="nl-BE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7C41684-38A4-5057-E308-2F17D3D95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82" y="1226127"/>
            <a:ext cx="5106836" cy="4573288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57491C7E-70BD-3EDE-A6FA-77041D4E4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19161"/>
            <a:ext cx="5106836" cy="45732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4E07180-9C1E-1AF9-C2E3-67724EC9BCDC}"/>
              </a:ext>
            </a:extLst>
          </p:cNvPr>
          <p:cNvSpPr/>
          <p:nvPr/>
        </p:nvSpPr>
        <p:spPr>
          <a:xfrm>
            <a:off x="8891910" y="1388661"/>
            <a:ext cx="2153627" cy="602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2"/>
                </a:solidFill>
              </a:rPr>
              <a:t>No </a:t>
            </a:r>
            <a:r>
              <a:rPr lang="nl-NL" dirty="0" err="1">
                <a:solidFill>
                  <a:schemeClr val="tx2"/>
                </a:solidFill>
              </a:rPr>
              <a:t>actualization</a:t>
            </a:r>
            <a:r>
              <a:rPr lang="nl-NL" dirty="0">
                <a:solidFill>
                  <a:schemeClr val="tx2"/>
                </a:solidFill>
              </a:rPr>
              <a:t> =</a:t>
            </a:r>
          </a:p>
          <a:p>
            <a:pPr algn="ctr"/>
            <a:r>
              <a:rPr lang="nl-NL" dirty="0" err="1">
                <a:solidFill>
                  <a:schemeClr val="tx2"/>
                </a:solidFill>
              </a:rPr>
              <a:t>Misaligned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geodata</a:t>
            </a:r>
            <a:endParaRPr lang="nl-BE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424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E9587-8BFF-2846-324A-15A3BB486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Flanders</a:t>
            </a:r>
            <a:r>
              <a:rPr lang="nl-NL" dirty="0"/>
              <a:t> Heritage </a:t>
            </a:r>
            <a:r>
              <a:rPr lang="nl-NL" dirty="0" err="1"/>
              <a:t>geodata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E3E28ED-4ECD-4931-BBD1-69A8894CD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Very</a:t>
            </a:r>
            <a:r>
              <a:rPr lang="nl-NL"/>
              <a:t> diverse</a:t>
            </a:r>
            <a:endParaRPr lang="nl-NL" dirty="0"/>
          </a:p>
          <a:p>
            <a:r>
              <a:rPr lang="nl-NL" dirty="0"/>
              <a:t>Basic (</a:t>
            </a:r>
            <a:r>
              <a:rPr lang="nl-NL" dirty="0" err="1"/>
              <a:t>simple</a:t>
            </a:r>
            <a:r>
              <a:rPr lang="nl-NL" dirty="0"/>
              <a:t>) case: </a:t>
            </a:r>
          </a:p>
          <a:p>
            <a:pPr lvl="1"/>
            <a:r>
              <a:rPr lang="nl-NL" b="0" dirty="0"/>
              <a:t>Contour  </a:t>
            </a:r>
            <a:r>
              <a:rPr lang="nl-NL" b="0" dirty="0" err="1"/>
              <a:t>based</a:t>
            </a:r>
            <a:r>
              <a:rPr lang="nl-NL" b="0" dirty="0"/>
              <a:t> on 1 or more </a:t>
            </a:r>
            <a:r>
              <a:rPr lang="nl-NL" b="0" dirty="0" err="1"/>
              <a:t>parcel</a:t>
            </a:r>
            <a:endParaRPr lang="nl-NL" b="0" dirty="0"/>
          </a:p>
          <a:p>
            <a:r>
              <a:rPr lang="nl-NL" dirty="0" err="1"/>
              <a:t>Other</a:t>
            </a:r>
            <a:r>
              <a:rPr lang="nl-NL" dirty="0"/>
              <a:t> cases:</a:t>
            </a:r>
          </a:p>
          <a:p>
            <a:pPr lvl="1"/>
            <a:r>
              <a:rPr lang="nl-NL" dirty="0"/>
              <a:t>Contour </a:t>
            </a:r>
            <a:r>
              <a:rPr lang="nl-NL" dirty="0" err="1"/>
              <a:t>based</a:t>
            </a:r>
            <a:r>
              <a:rPr lang="nl-NL" dirty="0"/>
              <a:t> on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references</a:t>
            </a:r>
            <a:r>
              <a:rPr lang="nl-NL" dirty="0"/>
              <a:t> (buildings, artwork,…)</a:t>
            </a:r>
          </a:p>
          <a:p>
            <a:pPr lvl="1"/>
            <a:r>
              <a:rPr lang="nl-NL" dirty="0"/>
              <a:t>Contour </a:t>
            </a:r>
            <a:r>
              <a:rPr lang="nl-NL" dirty="0" err="1"/>
              <a:t>with</a:t>
            </a:r>
            <a:r>
              <a:rPr lang="nl-NL" dirty="0"/>
              <a:t> donuts (‘</a:t>
            </a:r>
            <a:r>
              <a:rPr lang="nl-NL" dirty="0" err="1"/>
              <a:t>inner</a:t>
            </a:r>
            <a:r>
              <a:rPr lang="nl-NL" dirty="0"/>
              <a:t> holes’)</a:t>
            </a:r>
          </a:p>
          <a:p>
            <a:pPr lvl="1"/>
            <a:r>
              <a:rPr lang="nl-NL" dirty="0"/>
              <a:t>Contour </a:t>
            </a:r>
            <a:r>
              <a:rPr lang="nl-NL" dirty="0" err="1"/>
              <a:t>covering</a:t>
            </a:r>
            <a:r>
              <a:rPr lang="nl-NL" dirty="0"/>
              <a:t> ‘part of </a:t>
            </a:r>
            <a:r>
              <a:rPr lang="nl-NL" dirty="0" err="1"/>
              <a:t>parcel</a:t>
            </a:r>
            <a:r>
              <a:rPr lang="nl-NL" dirty="0"/>
              <a:t>’</a:t>
            </a:r>
          </a:p>
          <a:p>
            <a:pPr lvl="1"/>
            <a:r>
              <a:rPr lang="nl-NL" dirty="0" err="1"/>
              <a:t>Narrow</a:t>
            </a:r>
            <a:r>
              <a:rPr lang="nl-NL" dirty="0"/>
              <a:t> </a:t>
            </a:r>
            <a:r>
              <a:rPr lang="nl-NL" dirty="0" err="1"/>
              <a:t>structures</a:t>
            </a:r>
            <a:r>
              <a:rPr lang="nl-NL" dirty="0"/>
              <a:t> (</a:t>
            </a:r>
            <a:r>
              <a:rPr lang="nl-NL" dirty="0" err="1"/>
              <a:t>f.e</a:t>
            </a:r>
            <a:r>
              <a:rPr lang="nl-NL" dirty="0"/>
              <a:t> </a:t>
            </a:r>
            <a:r>
              <a:rPr lang="nl-NL" dirty="0" err="1"/>
              <a:t>hedges</a:t>
            </a:r>
            <a:r>
              <a:rPr lang="nl-NL" dirty="0"/>
              <a:t>, </a:t>
            </a:r>
            <a:r>
              <a:rPr lang="nl-NL" dirty="0" err="1"/>
              <a:t>facades</a:t>
            </a:r>
            <a:r>
              <a:rPr lang="nl-NL" dirty="0"/>
              <a:t>,…)</a:t>
            </a:r>
          </a:p>
          <a:p>
            <a:pPr lvl="1"/>
            <a:r>
              <a:rPr lang="nl-NL" dirty="0"/>
              <a:t>Contour on Public Domain (no-</a:t>
            </a:r>
            <a:r>
              <a:rPr lang="nl-NL" dirty="0" err="1"/>
              <a:t>reference</a:t>
            </a:r>
            <a:r>
              <a:rPr lang="nl-NL" dirty="0"/>
              <a:t>)</a:t>
            </a:r>
          </a:p>
          <a:p>
            <a:pPr lvl="1"/>
            <a:endParaRPr lang="nl-NL" dirty="0"/>
          </a:p>
          <a:p>
            <a:r>
              <a:rPr lang="nl-NL" dirty="0">
                <a:sym typeface="Wingdings" panose="05000000000000000000" pitchFamily="2" charset="2"/>
              </a:rPr>
              <a:t> </a:t>
            </a:r>
            <a:r>
              <a:rPr lang="nl-NL" dirty="0" err="1"/>
              <a:t>Generic</a:t>
            </a:r>
            <a:r>
              <a:rPr lang="nl-NL" dirty="0"/>
              <a:t> solution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Geometry</a:t>
            </a:r>
            <a:r>
              <a:rPr lang="nl-NL" dirty="0"/>
              <a:t> </a:t>
            </a:r>
            <a:r>
              <a:rPr lang="nl-NL" dirty="0" err="1"/>
              <a:t>Alignment</a:t>
            </a:r>
            <a:r>
              <a:rPr lang="nl-NL" dirty="0"/>
              <a:t>: ‘</a:t>
            </a:r>
            <a:r>
              <a:rPr lang="nl-NL" dirty="0" err="1"/>
              <a:t>brdr</a:t>
            </a:r>
            <a:r>
              <a:rPr lang="nl-NL" dirty="0"/>
              <a:t>’</a:t>
            </a:r>
          </a:p>
          <a:p>
            <a:pPr lvl="1"/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E0BFF59-3386-2C57-D040-E77CC528A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096" y="3434975"/>
            <a:ext cx="1691300" cy="22758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C11D5775-FF2A-2AC2-BE95-6D2A49CA5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8" y="3635941"/>
            <a:ext cx="1899841" cy="18920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5990157A-C19E-0D5A-DCE4-E71A796FF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98" y="1211560"/>
            <a:ext cx="1899739" cy="17394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6A1438C2-E246-311F-EAB6-1C1A14E8B7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8009" y="1179510"/>
            <a:ext cx="2185532" cy="18596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5181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brdr?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5160" y="511201"/>
            <a:ext cx="7220902" cy="3318601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Python package (</a:t>
            </a:r>
            <a:r>
              <a:rPr lang="nl-NL" dirty="0" err="1"/>
              <a:t>available</a:t>
            </a:r>
            <a:r>
              <a:rPr lang="nl-NL" dirty="0"/>
              <a:t> on </a:t>
            </a:r>
            <a:r>
              <a:rPr lang="nl-NL" dirty="0" err="1"/>
              <a:t>PyPi</a:t>
            </a:r>
            <a:r>
              <a:rPr lang="nl-NL" dirty="0"/>
              <a:t> &amp; </a:t>
            </a:r>
            <a:r>
              <a:rPr lang="nl-NL" dirty="0" err="1"/>
              <a:t>Github</a:t>
            </a:r>
            <a:r>
              <a:rPr lang="nl-NL" dirty="0"/>
              <a:t>)</a:t>
            </a:r>
          </a:p>
          <a:p>
            <a:r>
              <a:rPr lang="nl-NL" dirty="0"/>
              <a:t>Open-source (MIT-</a:t>
            </a:r>
            <a:r>
              <a:rPr lang="nl-NL" dirty="0" err="1"/>
              <a:t>license</a:t>
            </a:r>
            <a:r>
              <a:rPr lang="nl-NL" dirty="0"/>
              <a:t>)</a:t>
            </a:r>
          </a:p>
          <a:p>
            <a:r>
              <a:rPr lang="nl-NL" dirty="0"/>
              <a:t>Goal:</a:t>
            </a:r>
          </a:p>
          <a:p>
            <a:pPr lvl="1"/>
            <a:r>
              <a:rPr lang="nl-NL" dirty="0"/>
              <a:t>Re-</a:t>
            </a:r>
            <a:r>
              <a:rPr lang="nl-NL" dirty="0" err="1"/>
              <a:t>aligning</a:t>
            </a:r>
            <a:r>
              <a:rPr lang="nl-NL" dirty="0"/>
              <a:t> (</a:t>
            </a:r>
            <a:r>
              <a:rPr lang="nl-NL" dirty="0" err="1"/>
              <a:t>multi</a:t>
            </a:r>
            <a:r>
              <a:rPr lang="nl-NL" dirty="0"/>
              <a:t>-)</a:t>
            </a:r>
            <a:r>
              <a:rPr lang="nl-NL" dirty="0" err="1"/>
              <a:t>polygons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reference</a:t>
            </a:r>
            <a:r>
              <a:rPr lang="nl-NL" dirty="0"/>
              <a:t> borders</a:t>
            </a:r>
          </a:p>
          <a:p>
            <a:pPr lvl="1"/>
            <a:r>
              <a:rPr dirty="0"/>
              <a:t>Ensures consistency and quality in boundary dataset</a:t>
            </a:r>
            <a:r>
              <a:rPr lang="nl-BE" dirty="0"/>
              <a:t>s</a:t>
            </a:r>
          </a:p>
          <a:p>
            <a:r>
              <a:rPr lang="en-US" dirty="0"/>
              <a:t>Generic: </a:t>
            </a:r>
          </a:p>
          <a:p>
            <a:pPr lvl="1"/>
            <a:r>
              <a:rPr lang="en-US" b="0" dirty="0"/>
              <a:t>Not tied to a region or business</a:t>
            </a:r>
          </a:p>
          <a:p>
            <a:pPr lvl="1"/>
            <a:r>
              <a:rPr lang="en-US" dirty="0"/>
              <a:t>Algorithm (calculation) separated from GUI/</a:t>
            </a:r>
            <a:r>
              <a:rPr lang="nl-NL" dirty="0" err="1"/>
              <a:t>applications</a:t>
            </a:r>
            <a:endParaRPr lang="nl-NL" b="0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B4F26AD3-6FD4-900A-9641-88AAA72D8E7D}"/>
              </a:ext>
            </a:extLst>
          </p:cNvPr>
          <p:cNvSpPr/>
          <p:nvPr/>
        </p:nvSpPr>
        <p:spPr>
          <a:xfrm>
            <a:off x="4455160" y="4443302"/>
            <a:ext cx="2060437" cy="977566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6" name="Ovaal 5">
            <a:extLst>
              <a:ext uri="{FF2B5EF4-FFF2-40B4-BE49-F238E27FC236}">
                <a16:creationId xmlns:a16="http://schemas.microsoft.com/office/drawing/2014/main" id="{CA2F6541-3297-4E15-17A1-A9CC222E5DC3}"/>
              </a:ext>
            </a:extLst>
          </p:cNvPr>
          <p:cNvSpPr/>
          <p:nvPr/>
        </p:nvSpPr>
        <p:spPr>
          <a:xfrm>
            <a:off x="4580409" y="4827764"/>
            <a:ext cx="1840992" cy="5134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b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‘</a:t>
            </a:r>
            <a:r>
              <a:rPr lang="nl-NL" sz="1400" b="1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align</a:t>
            </a:r>
            <a:r>
              <a:rPr lang="nl-NL" sz="1400" b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’-</a:t>
            </a:r>
            <a:r>
              <a:rPr lang="nl-NL" sz="1400" b="1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algorithm</a:t>
            </a:r>
            <a:endParaRPr lang="nl-BE" sz="1400" b="1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823E77-8FD1-9891-B294-E35944CCC6C4}"/>
              </a:ext>
            </a:extLst>
          </p:cNvPr>
          <p:cNvSpPr txBox="1"/>
          <p:nvPr/>
        </p:nvSpPr>
        <p:spPr>
          <a:xfrm>
            <a:off x="4459807" y="4443302"/>
            <a:ext cx="2060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b="1" dirty="0"/>
              <a:t>‘</a:t>
            </a:r>
            <a:r>
              <a:rPr lang="nl-NL" sz="1600" b="1" dirty="0" err="1"/>
              <a:t>brdr</a:t>
            </a:r>
            <a:r>
              <a:rPr lang="nl-NL" sz="1600" b="1" dirty="0"/>
              <a:t>’ python package</a:t>
            </a:r>
            <a:endParaRPr lang="nl-BE" sz="1600" b="1" dirty="0"/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23066051-75D6-0DB5-5EDF-FF7B9E201960}"/>
              </a:ext>
            </a:extLst>
          </p:cNvPr>
          <p:cNvSpPr/>
          <p:nvPr/>
        </p:nvSpPr>
        <p:spPr>
          <a:xfrm>
            <a:off x="8846874" y="4482217"/>
            <a:ext cx="1917524" cy="4426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QGIS </a:t>
            </a:r>
            <a:r>
              <a:rPr lang="nl-NL" sz="14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plugin</a:t>
            </a:r>
            <a:r>
              <a:rPr lang="nl-NL" sz="1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(</a:t>
            </a:r>
            <a:r>
              <a:rPr lang="nl-NL" sz="14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brdrQ</a:t>
            </a:r>
            <a:r>
              <a:rPr lang="nl-NL" sz="1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)</a:t>
            </a:r>
            <a:endParaRPr lang="nl-BE" sz="14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380312E2-D66B-F702-E0BE-67E82F37E1C9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>
          <a:xfrm flipH="1">
            <a:off x="6515597" y="4703522"/>
            <a:ext cx="2331277" cy="228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hoek: afgeronde hoeken 9">
            <a:extLst>
              <a:ext uri="{FF2B5EF4-FFF2-40B4-BE49-F238E27FC236}">
                <a16:creationId xmlns:a16="http://schemas.microsoft.com/office/drawing/2014/main" id="{3FE6A8BC-5357-9EA0-4206-7C8643703AEB}"/>
              </a:ext>
            </a:extLst>
          </p:cNvPr>
          <p:cNvSpPr/>
          <p:nvPr/>
        </p:nvSpPr>
        <p:spPr>
          <a:xfrm>
            <a:off x="9193818" y="4835211"/>
            <a:ext cx="2305023" cy="37153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Proof</a:t>
            </a:r>
            <a:r>
              <a:rPr lang="nl-NL" sz="1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-of-concept </a:t>
            </a:r>
            <a:r>
              <a:rPr lang="nl-NL" sz="14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ArcGIS</a:t>
            </a:r>
            <a:r>
              <a:rPr lang="nl-NL" sz="1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pro</a:t>
            </a:r>
            <a:endParaRPr lang="nl-BE" sz="14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A79F24B0-44F1-02CE-543B-F95FA6388DFB}"/>
              </a:ext>
            </a:extLst>
          </p:cNvPr>
          <p:cNvCxnSpPr>
            <a:cxnSpLocks/>
            <a:stCxn id="17" idx="1"/>
            <a:endCxn id="4" idx="3"/>
          </p:cNvCxnSpPr>
          <p:nvPr/>
        </p:nvCxnSpPr>
        <p:spPr>
          <a:xfrm flipH="1" flipV="1">
            <a:off x="6515597" y="4932085"/>
            <a:ext cx="3412664" cy="40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A5D0AAE3-F8E2-E892-BE6A-9274EF2C8EE6}"/>
              </a:ext>
            </a:extLst>
          </p:cNvPr>
          <p:cNvCxnSpPr>
            <a:cxnSpLocks/>
            <a:stCxn id="10" idx="1"/>
            <a:endCxn id="4" idx="3"/>
          </p:cNvCxnSpPr>
          <p:nvPr/>
        </p:nvCxnSpPr>
        <p:spPr>
          <a:xfrm flipH="1" flipV="1">
            <a:off x="6515597" y="4932085"/>
            <a:ext cx="2678221" cy="88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hoek: afgeronde hoeken 12">
            <a:extLst>
              <a:ext uri="{FF2B5EF4-FFF2-40B4-BE49-F238E27FC236}">
                <a16:creationId xmlns:a16="http://schemas.microsoft.com/office/drawing/2014/main" id="{9D2D7068-3B7B-B76E-F6FD-48EF43DA4469}"/>
              </a:ext>
            </a:extLst>
          </p:cNvPr>
          <p:cNvSpPr/>
          <p:nvPr/>
        </p:nvSpPr>
        <p:spPr>
          <a:xfrm>
            <a:off x="6905144" y="3909497"/>
            <a:ext cx="1978168" cy="44261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Integration </a:t>
            </a:r>
            <a:r>
              <a:rPr lang="nl-NL" sz="14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webservice</a:t>
            </a:r>
            <a:r>
              <a:rPr lang="nl-NL" sz="1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</a:t>
            </a:r>
            <a:r>
              <a:rPr lang="nl-NL" sz="14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Flanders</a:t>
            </a:r>
            <a:r>
              <a:rPr lang="nl-NL" sz="1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Heritage</a:t>
            </a:r>
            <a:endParaRPr lang="nl-BE" sz="14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chthoek: afgeronde hoeken 13">
            <a:extLst>
              <a:ext uri="{FF2B5EF4-FFF2-40B4-BE49-F238E27FC236}">
                <a16:creationId xmlns:a16="http://schemas.microsoft.com/office/drawing/2014/main" id="{D24F5A87-A37C-B434-987B-91567DF1A111}"/>
              </a:ext>
            </a:extLst>
          </p:cNvPr>
          <p:cNvSpPr/>
          <p:nvPr/>
        </p:nvSpPr>
        <p:spPr>
          <a:xfrm>
            <a:off x="9272860" y="6036678"/>
            <a:ext cx="1285630" cy="41203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Integration backend</a:t>
            </a:r>
            <a:endParaRPr lang="nl-BE" sz="14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671FB7BA-472B-499C-7A20-BA08A55C526E}"/>
              </a:ext>
            </a:extLst>
          </p:cNvPr>
          <p:cNvCxnSpPr>
            <a:cxnSpLocks/>
            <a:stCxn id="13" idx="1"/>
            <a:endCxn id="4" idx="3"/>
          </p:cNvCxnSpPr>
          <p:nvPr/>
        </p:nvCxnSpPr>
        <p:spPr>
          <a:xfrm flipH="1">
            <a:off x="6515597" y="4130802"/>
            <a:ext cx="389547" cy="801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824A0F6A-5719-2B86-A16F-B75E33886BDC}"/>
              </a:ext>
            </a:extLst>
          </p:cNvPr>
          <p:cNvCxnSpPr>
            <a:cxnSpLocks/>
            <a:stCxn id="14" idx="1"/>
            <a:endCxn id="4" idx="3"/>
          </p:cNvCxnSpPr>
          <p:nvPr/>
        </p:nvCxnSpPr>
        <p:spPr>
          <a:xfrm flipH="1" flipV="1">
            <a:off x="6515597" y="4932085"/>
            <a:ext cx="2757263" cy="1310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hoek: afgeronde hoeken 16">
            <a:extLst>
              <a:ext uri="{FF2B5EF4-FFF2-40B4-BE49-F238E27FC236}">
                <a16:creationId xmlns:a16="http://schemas.microsoft.com/office/drawing/2014/main" id="{E91655F8-BD3C-B044-7E88-53AC22C964A3}"/>
              </a:ext>
            </a:extLst>
          </p:cNvPr>
          <p:cNvSpPr/>
          <p:nvPr/>
        </p:nvSpPr>
        <p:spPr>
          <a:xfrm>
            <a:off x="9928261" y="5155405"/>
            <a:ext cx="1917524" cy="37153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Proof</a:t>
            </a:r>
            <a:r>
              <a:rPr lang="nl-NL" sz="1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-of-concept FME</a:t>
            </a:r>
            <a:endParaRPr lang="nl-BE" sz="14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5CC26D92-3F7B-8DAA-E83C-F216E585E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54" y="1355885"/>
            <a:ext cx="3235698" cy="7984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1" name="Tekstvak 20">
            <a:extLst>
              <a:ext uri="{FF2B5EF4-FFF2-40B4-BE49-F238E27FC236}">
                <a16:creationId xmlns:a16="http://schemas.microsoft.com/office/drawing/2014/main" id="{33B78030-3BBD-F084-FF32-F8191B3C1BCD}"/>
              </a:ext>
            </a:extLst>
          </p:cNvPr>
          <p:cNvSpPr txBox="1"/>
          <p:nvPr/>
        </p:nvSpPr>
        <p:spPr>
          <a:xfrm>
            <a:off x="0" y="6488668"/>
            <a:ext cx="43615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dirty="0">
                <a:hlinkClick r:id="rId3"/>
              </a:rPr>
              <a:t>https://github.com/OnroerendErfgoed/brdr</a:t>
            </a:r>
            <a:r>
              <a:rPr lang="nl-BE" sz="1600" dirty="0"/>
              <a:t> </a:t>
            </a:r>
          </a:p>
        </p:txBody>
      </p:sp>
      <p:sp>
        <p:nvSpPr>
          <p:cNvPr id="35" name="Rechthoek: afgeronde hoeken 34">
            <a:extLst>
              <a:ext uri="{FF2B5EF4-FFF2-40B4-BE49-F238E27FC236}">
                <a16:creationId xmlns:a16="http://schemas.microsoft.com/office/drawing/2014/main" id="{5641E066-142E-C2B6-B5C1-485701E29D4B}"/>
              </a:ext>
            </a:extLst>
          </p:cNvPr>
          <p:cNvSpPr/>
          <p:nvPr/>
        </p:nvSpPr>
        <p:spPr>
          <a:xfrm>
            <a:off x="6936299" y="6282652"/>
            <a:ext cx="1285630" cy="41203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…</a:t>
            </a:r>
            <a:endParaRPr lang="nl-BE" sz="14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C0A64715-FCD0-8412-FE06-2BEE72112A4B}"/>
              </a:ext>
            </a:extLst>
          </p:cNvPr>
          <p:cNvCxnSpPr>
            <a:cxnSpLocks/>
            <a:stCxn id="35" idx="0"/>
            <a:endCxn id="4" idx="3"/>
          </p:cNvCxnSpPr>
          <p:nvPr/>
        </p:nvCxnSpPr>
        <p:spPr>
          <a:xfrm flipH="1" flipV="1">
            <a:off x="6515597" y="4932085"/>
            <a:ext cx="1063517" cy="1350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Afbeelding 40">
            <a:extLst>
              <a:ext uri="{FF2B5EF4-FFF2-40B4-BE49-F238E27FC236}">
                <a16:creationId xmlns:a16="http://schemas.microsoft.com/office/drawing/2014/main" id="{99721117-C46B-8425-9C81-B5A8BEB3B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10" y="2374309"/>
            <a:ext cx="1978168" cy="17714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4" name="Afbeelding 33">
            <a:extLst>
              <a:ext uri="{FF2B5EF4-FFF2-40B4-BE49-F238E27FC236}">
                <a16:creationId xmlns:a16="http://schemas.microsoft.com/office/drawing/2014/main" id="{62771AB9-F3ED-DF32-7EAA-53291AC3F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3078" y="3909498"/>
            <a:ext cx="2365824" cy="24466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38" y="511200"/>
            <a:ext cx="2436164" cy="1325563"/>
          </a:xfrm>
        </p:spPr>
        <p:txBody>
          <a:bodyPr/>
          <a:lstStyle/>
          <a:p>
            <a:pPr algn="ctr"/>
            <a:r>
              <a:rPr lang="nl-NL" dirty="0"/>
              <a:t>‘</a:t>
            </a:r>
            <a:r>
              <a:rPr lang="nl-NL" dirty="0" err="1"/>
              <a:t>brdr</a:t>
            </a:r>
            <a:r>
              <a:rPr lang="nl-NL" dirty="0"/>
              <a:t>’</a:t>
            </a:r>
            <a:r>
              <a:rPr dirty="0"/>
              <a:t> </a:t>
            </a:r>
            <a:br>
              <a:rPr lang="nl-NL" dirty="0"/>
            </a:br>
            <a:r>
              <a:rPr lang="nl-NL" dirty="0"/>
              <a:t>p</a:t>
            </a:r>
            <a:r>
              <a:rPr dirty="0" err="1"/>
              <a:t>rinciples</a:t>
            </a:r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3266ADB3-47EA-B996-D370-FC3855B261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6605" r="22661"/>
          <a:stretch>
            <a:fillRect/>
          </a:stretch>
        </p:blipFill>
        <p:spPr>
          <a:xfrm>
            <a:off x="3412583" y="751638"/>
            <a:ext cx="2284496" cy="24742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Pijl: rechts 5">
            <a:extLst>
              <a:ext uri="{FF2B5EF4-FFF2-40B4-BE49-F238E27FC236}">
                <a16:creationId xmlns:a16="http://schemas.microsoft.com/office/drawing/2014/main" id="{5DA468EA-AA47-7857-E2C8-2A4547DD271F}"/>
              </a:ext>
            </a:extLst>
          </p:cNvPr>
          <p:cNvSpPr/>
          <p:nvPr/>
        </p:nvSpPr>
        <p:spPr>
          <a:xfrm>
            <a:off x="6161808" y="1787652"/>
            <a:ext cx="1787236" cy="6627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2"/>
                </a:solidFill>
              </a:rPr>
              <a:t>BRDR</a:t>
            </a:r>
            <a:endParaRPr lang="nl-BE" b="1" dirty="0">
              <a:solidFill>
                <a:schemeClr val="tx2"/>
              </a:solidFill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10D2729-D8BE-17FC-793D-74ED3200F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526" y="894226"/>
            <a:ext cx="2189942" cy="22647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F5400C51-B0CB-F82B-0ADB-A716EB268A25}"/>
              </a:ext>
            </a:extLst>
          </p:cNvPr>
          <p:cNvSpPr txBox="1"/>
          <p:nvPr/>
        </p:nvSpPr>
        <p:spPr>
          <a:xfrm>
            <a:off x="3835853" y="3270130"/>
            <a:ext cx="12777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i="1" dirty="0"/>
              <a:t>INPUT DATA(SET)</a:t>
            </a:r>
            <a:endParaRPr lang="nl-BE" sz="1200" b="1" i="1" dirty="0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EEA87AF2-2AD9-7696-D5DB-B0A6CEFCA588}"/>
              </a:ext>
            </a:extLst>
          </p:cNvPr>
          <p:cNvSpPr txBox="1"/>
          <p:nvPr/>
        </p:nvSpPr>
        <p:spPr>
          <a:xfrm>
            <a:off x="7729935" y="3233155"/>
            <a:ext cx="3606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i="1" dirty="0"/>
              <a:t>ALIGNED DATA(SET): PREDICTION(S) &amp; DIFFERENCES</a:t>
            </a:r>
            <a:endParaRPr lang="nl-BE" sz="1200" b="1" i="1" dirty="0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680C1975-E7E0-0B9C-A914-B65F35B87B16}"/>
              </a:ext>
            </a:extLst>
          </p:cNvPr>
          <p:cNvSpPr txBox="1"/>
          <p:nvPr/>
        </p:nvSpPr>
        <p:spPr>
          <a:xfrm>
            <a:off x="6448507" y="2311934"/>
            <a:ext cx="976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b="1" i="1" dirty="0"/>
              <a:t>ALGORITHM</a:t>
            </a:r>
            <a:endParaRPr lang="nl-BE" sz="1200" b="1" i="1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8EE5D4C-6F5A-8A84-F3EF-9B03008C081F}"/>
              </a:ext>
            </a:extLst>
          </p:cNvPr>
          <p:cNvSpPr txBox="1">
            <a:spLocks/>
          </p:cNvSpPr>
          <p:nvPr/>
        </p:nvSpPr>
        <p:spPr>
          <a:xfrm>
            <a:off x="4455160" y="3136507"/>
            <a:ext cx="7220902" cy="288488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88000" indent="-2880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0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2000" b="1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1pPr>
            <a:lvl2pPr marL="630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9000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210040"/>
              </a:buClr>
              <a:buFont typeface="Wingdings" panose="05000000000000000000" pitchFamily="2" charset="2"/>
              <a:buChar char="£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15" name="Tijdelijke aanduiding voor inhoud 14">
            <a:extLst>
              <a:ext uri="{FF2B5EF4-FFF2-40B4-BE49-F238E27FC236}">
                <a16:creationId xmlns:a16="http://schemas.microsoft.com/office/drawing/2014/main" id="{C89191E8-70FE-CCD5-1EF9-AB35F0E61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160" y="4138303"/>
            <a:ext cx="7220902" cy="2474259"/>
          </a:xfrm>
        </p:spPr>
        <p:txBody>
          <a:bodyPr>
            <a:normAutofit/>
          </a:bodyPr>
          <a:lstStyle/>
          <a:p>
            <a:r>
              <a:rPr lang="nl-BE" dirty="0" err="1"/>
              <a:t>Intentionality</a:t>
            </a:r>
            <a:r>
              <a:rPr lang="nl-BE" dirty="0"/>
              <a:t>: </a:t>
            </a:r>
          </a:p>
          <a:p>
            <a:pPr lvl="1"/>
            <a:r>
              <a:rPr lang="nl-BE" b="0" dirty="0" err="1"/>
              <a:t>intentional</a:t>
            </a:r>
            <a:r>
              <a:rPr lang="nl-BE" b="0" dirty="0"/>
              <a:t> </a:t>
            </a:r>
            <a:r>
              <a:rPr lang="nl-BE" b="0" dirty="0" err="1"/>
              <a:t>deviations</a:t>
            </a:r>
            <a:r>
              <a:rPr lang="nl-BE" b="0" dirty="0"/>
              <a:t> </a:t>
            </a:r>
            <a:r>
              <a:rPr lang="nl-BE" b="0" dirty="0" err="1"/>
              <a:t>can</a:t>
            </a:r>
            <a:r>
              <a:rPr lang="nl-BE" b="0" dirty="0"/>
              <a:t> </a:t>
            </a:r>
            <a:r>
              <a:rPr lang="nl-BE" b="0" dirty="0" err="1"/>
              <a:t>be</a:t>
            </a:r>
            <a:r>
              <a:rPr lang="nl-BE" b="0" dirty="0"/>
              <a:t> </a:t>
            </a:r>
            <a:r>
              <a:rPr lang="nl-BE" b="0" dirty="0" err="1"/>
              <a:t>retained</a:t>
            </a:r>
            <a:endParaRPr lang="nl-BE" dirty="0"/>
          </a:p>
          <a:p>
            <a:r>
              <a:rPr lang="nl-BE" dirty="0" err="1"/>
              <a:t>Conservation</a:t>
            </a:r>
            <a:r>
              <a:rPr lang="nl-BE" dirty="0"/>
              <a:t> of </a:t>
            </a:r>
            <a:r>
              <a:rPr lang="nl-BE" dirty="0" err="1"/>
              <a:t>shape</a:t>
            </a:r>
            <a:r>
              <a:rPr lang="nl-BE" dirty="0"/>
              <a:t>:</a:t>
            </a:r>
          </a:p>
          <a:p>
            <a:pPr lvl="1"/>
            <a:r>
              <a:rPr lang="nl-BE" dirty="0"/>
              <a:t>re-</a:t>
            </a:r>
            <a:r>
              <a:rPr lang="nl-BE" dirty="0" err="1"/>
              <a:t>use</a:t>
            </a:r>
            <a:r>
              <a:rPr lang="nl-BE" dirty="0"/>
              <a:t> </a:t>
            </a:r>
            <a:r>
              <a:rPr lang="nl-BE" dirty="0" err="1"/>
              <a:t>geometry</a:t>
            </a:r>
            <a:r>
              <a:rPr lang="nl-BE" dirty="0"/>
              <a:t> of </a:t>
            </a:r>
            <a:r>
              <a:rPr lang="nl-BE" dirty="0" err="1"/>
              <a:t>reference</a:t>
            </a:r>
            <a:r>
              <a:rPr lang="nl-BE" dirty="0"/>
              <a:t> borders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E140F3-3E25-226E-DA63-9526CEC39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82" y="267380"/>
            <a:ext cx="3498053" cy="578214"/>
          </a:xfrm>
        </p:spPr>
        <p:txBody>
          <a:bodyPr/>
          <a:lstStyle/>
          <a:p>
            <a:pPr algn="ctr"/>
            <a:r>
              <a:rPr lang="nl-NL" dirty="0" err="1"/>
              <a:t>Alignment-algorithm</a:t>
            </a:r>
            <a:r>
              <a:rPr lang="nl-NL" dirty="0"/>
              <a:t> (‘</a:t>
            </a:r>
            <a:r>
              <a:rPr lang="nl-NL" dirty="0" err="1"/>
              <a:t>brdr</a:t>
            </a:r>
            <a:r>
              <a:rPr lang="nl-NL" dirty="0"/>
              <a:t>’)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695F53F-92A5-8943-8A8B-95A54F95A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75" y="6405938"/>
            <a:ext cx="5907025" cy="452062"/>
          </a:xfrm>
        </p:spPr>
        <p:txBody>
          <a:bodyPr>
            <a:normAutofit/>
          </a:bodyPr>
          <a:lstStyle/>
          <a:p>
            <a:r>
              <a:rPr lang="nl-NL" sz="1000" dirty="0" err="1"/>
              <a:t>Article</a:t>
            </a:r>
            <a:r>
              <a:rPr lang="nl-NL" sz="1000" dirty="0"/>
              <a:t> (</a:t>
            </a:r>
            <a:r>
              <a:rPr lang="nl-NL" sz="1000" dirty="0" err="1"/>
              <a:t>dutch</a:t>
            </a:r>
            <a:r>
              <a:rPr lang="nl-NL" sz="1000" dirty="0"/>
              <a:t>): </a:t>
            </a:r>
            <a:r>
              <a:rPr lang="nl-NL" sz="1000" dirty="0">
                <a:latin typeface="Plus Jakarta Sans"/>
                <a:cs typeface="Plus Jakarta Sans"/>
                <a:hlinkClick r:id="rId2"/>
              </a:rPr>
              <a:t>https://doi.org/10.55465/SXCW6218</a:t>
            </a:r>
            <a:r>
              <a:rPr lang="nl-NL" sz="1000" dirty="0">
                <a:latin typeface="Plus Jakarta Sans"/>
                <a:cs typeface="Plus Jakarta Sans"/>
              </a:rPr>
              <a:t> </a:t>
            </a:r>
          </a:p>
          <a:p>
            <a:endParaRPr lang="nl-BE" sz="1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402C42A-8B2A-C092-249C-AC5212C63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501" y="267380"/>
            <a:ext cx="7198130" cy="544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 yellow rectangle with blue dots and pink numbers&#10;&#10;Description automatically generated, Afbeelding">
            <a:extLst>
              <a:ext uri="{FF2B5EF4-FFF2-40B4-BE49-F238E27FC236}">
                <a16:creationId xmlns:a16="http://schemas.microsoft.com/office/drawing/2014/main" id="{F4B59B15-3FD2-EC8E-FB9C-88C032EDF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54" y="1601256"/>
            <a:ext cx="3116959" cy="28069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4E77211F-1771-7468-5BD7-B0C4DF8B1A30}"/>
              </a:ext>
            </a:extLst>
          </p:cNvPr>
          <p:cNvSpPr/>
          <p:nvPr/>
        </p:nvSpPr>
        <p:spPr>
          <a:xfrm>
            <a:off x="5064945" y="1450380"/>
            <a:ext cx="1472184" cy="301752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B7636753-EE97-D02A-3925-1A050064CE1F}"/>
              </a:ext>
            </a:extLst>
          </p:cNvPr>
          <p:cNvSpPr txBox="1">
            <a:spLocks/>
          </p:cNvSpPr>
          <p:nvPr/>
        </p:nvSpPr>
        <p:spPr>
          <a:xfrm>
            <a:off x="4846321" y="5755264"/>
            <a:ext cx="5907025" cy="1096284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vert="horz" lIns="0" tIns="45720" rIns="0" bIns="45720" rtlCol="0">
            <a:normAutofit fontScale="85000" lnSpcReduction="20000"/>
          </a:bodyPr>
          <a:lstStyle>
            <a:lvl1pPr marL="288000" indent="-2880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0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2000" b="1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1pPr>
            <a:lvl2pPr marL="630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954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21004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900" dirty="0"/>
              <a:t>“Relevant </a:t>
            </a:r>
            <a:r>
              <a:rPr lang="nl-NL" sz="1900" dirty="0" err="1"/>
              <a:t>distance</a:t>
            </a:r>
            <a:r>
              <a:rPr lang="nl-NL" sz="1900" dirty="0"/>
              <a:t>”:</a:t>
            </a:r>
          </a:p>
          <a:p>
            <a:pPr lvl="1"/>
            <a:br>
              <a:rPr lang="en-US" sz="1200" dirty="0"/>
            </a:br>
            <a:r>
              <a:rPr lang="en-US" sz="1600" dirty="0"/>
              <a:t>Distance used to determine which zones are included or excluded in the resulting geometry. </a:t>
            </a:r>
          </a:p>
          <a:p>
            <a:pPr lvl="1"/>
            <a:r>
              <a:rPr lang="en-US" sz="1600" dirty="0"/>
              <a:t>~Maximum distance that the resulting geometry may change.</a:t>
            </a:r>
            <a:endParaRPr lang="nl-BE" sz="1600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E8BDB55-EF9B-D049-F522-7C90F6A2D0FF}"/>
              </a:ext>
            </a:extLst>
          </p:cNvPr>
          <p:cNvSpPr txBox="1"/>
          <p:nvPr/>
        </p:nvSpPr>
        <p:spPr>
          <a:xfrm>
            <a:off x="405383" y="4581674"/>
            <a:ext cx="34980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800" i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RELEVANCE =</a:t>
            </a:r>
          </a:p>
          <a:p>
            <a:r>
              <a:rPr lang="en-US" i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...</a:t>
            </a:r>
            <a:r>
              <a:rPr lang="en-US" b="1" i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important</a:t>
            </a:r>
            <a:r>
              <a:rPr lang="en-US" i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, relevant (in a specific context). In short, relevant refers to a substantive contribution: a contribution that "</a:t>
            </a:r>
            <a:r>
              <a:rPr lang="en-US" b="1" i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matters</a:t>
            </a:r>
            <a:r>
              <a:rPr lang="en-US" i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"...</a:t>
            </a:r>
          </a:p>
        </p:txBody>
      </p:sp>
    </p:spTree>
    <p:extLst>
      <p:ext uri="{BB962C8B-B14F-4D97-AF65-F5344CB8AC3E}">
        <p14:creationId xmlns:p14="http://schemas.microsoft.com/office/powerpoint/2010/main" val="64238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05591-4513-E959-76D6-06C727868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F87348D-D913-A33E-752E-918701713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785" y="1161097"/>
            <a:ext cx="7391215" cy="453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A yellow rectangle with blue dots and pink numbers&#10;&#10;Description automatically generated, Afbeelding">
            <a:extLst>
              <a:ext uri="{FF2B5EF4-FFF2-40B4-BE49-F238E27FC236}">
                <a16:creationId xmlns:a16="http://schemas.microsoft.com/office/drawing/2014/main" id="{EC29925C-913B-C668-0F5F-3DF1548BB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28" y="1935952"/>
            <a:ext cx="3116959" cy="28069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7A384820-E169-8CD8-3D1E-2ED78769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82" y="267380"/>
            <a:ext cx="3498053" cy="578214"/>
          </a:xfrm>
        </p:spPr>
        <p:txBody>
          <a:bodyPr/>
          <a:lstStyle/>
          <a:p>
            <a:pPr algn="ctr"/>
            <a:r>
              <a:rPr lang="nl-NL" dirty="0" err="1"/>
              <a:t>Alignment-algorithm</a:t>
            </a:r>
            <a:r>
              <a:rPr lang="nl-NL" dirty="0"/>
              <a:t> (‘</a:t>
            </a:r>
            <a:r>
              <a:rPr lang="nl-NL" dirty="0" err="1"/>
              <a:t>brdr</a:t>
            </a:r>
            <a:r>
              <a:rPr lang="nl-NL" dirty="0"/>
              <a:t>’)</a:t>
            </a:r>
            <a:endParaRPr lang="nl-BE" dirty="0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5F20773-EA7E-91F8-1655-8C2421DBF86C}"/>
              </a:ext>
            </a:extLst>
          </p:cNvPr>
          <p:cNvSpPr txBox="1">
            <a:spLocks/>
          </p:cNvSpPr>
          <p:nvPr/>
        </p:nvSpPr>
        <p:spPr>
          <a:xfrm>
            <a:off x="188975" y="6405938"/>
            <a:ext cx="5907025" cy="4520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88000" indent="-2880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0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2000" b="1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1pPr>
            <a:lvl2pPr marL="630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954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21004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000"/>
              <a:t>Article (dutch): </a:t>
            </a:r>
            <a:r>
              <a:rPr lang="nl-NL" sz="1000">
                <a:latin typeface="Plus Jakarta Sans"/>
                <a:cs typeface="Plus Jakarta Sans"/>
                <a:hlinkClick r:id="rId7"/>
              </a:rPr>
              <a:t>https://doi.org/10.55465/SXCW6218</a:t>
            </a:r>
            <a:r>
              <a:rPr lang="nl-NL" sz="1000">
                <a:latin typeface="Plus Jakarta Sans"/>
                <a:cs typeface="Plus Jakarta Sans"/>
              </a:rPr>
              <a:t> </a:t>
            </a:r>
          </a:p>
          <a:p>
            <a:endParaRPr lang="nl-BE" sz="1000" dirty="0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F34AA59E-72CE-DD09-7D1B-D2033FABBE1A}"/>
              </a:ext>
            </a:extLst>
          </p:cNvPr>
          <p:cNvSpPr txBox="1"/>
          <p:nvPr/>
        </p:nvSpPr>
        <p:spPr>
          <a:xfrm>
            <a:off x="4881028" y="356432"/>
            <a:ext cx="8523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000" b="1" dirty="0"/>
              <a:t>“Relevant zones”: Relevant </a:t>
            </a:r>
            <a:r>
              <a:rPr lang="nl-NL" sz="2000" b="1" dirty="0" err="1"/>
              <a:t>intersection</a:t>
            </a:r>
            <a:r>
              <a:rPr lang="nl-NL" sz="2000" b="1" dirty="0"/>
              <a:t> &amp; relevant </a:t>
            </a:r>
            <a:r>
              <a:rPr lang="nl-NL" sz="2000" b="1" dirty="0" err="1"/>
              <a:t>differences</a:t>
            </a:r>
            <a:endParaRPr lang="nl-NL" sz="2000" b="1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73ACC0D0-2132-F0C7-6DF6-B57FE01E02E8}"/>
              </a:ext>
            </a:extLst>
          </p:cNvPr>
          <p:cNvSpPr txBox="1"/>
          <p:nvPr/>
        </p:nvSpPr>
        <p:spPr>
          <a:xfrm>
            <a:off x="8188036" y="1935952"/>
            <a:ext cx="1401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/>
              <a:t>-Relevant </a:t>
            </a:r>
            <a:r>
              <a:rPr lang="nl-NL" sz="1100" b="1" dirty="0" err="1"/>
              <a:t>distance</a:t>
            </a:r>
            <a:r>
              <a:rPr lang="nl-NL" sz="1100" b="1" dirty="0"/>
              <a:t>/2</a:t>
            </a:r>
            <a:endParaRPr lang="nl-BE" sz="1100" b="1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EDE35DE2-F650-9B6E-1839-490267ECEE2F}"/>
              </a:ext>
            </a:extLst>
          </p:cNvPr>
          <p:cNvSpPr txBox="1"/>
          <p:nvPr/>
        </p:nvSpPr>
        <p:spPr>
          <a:xfrm>
            <a:off x="8039100" y="5236798"/>
            <a:ext cx="1401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/>
              <a:t>-Relevant </a:t>
            </a:r>
            <a:r>
              <a:rPr lang="nl-NL" sz="1100" b="1" dirty="0" err="1"/>
              <a:t>distance</a:t>
            </a:r>
            <a:r>
              <a:rPr lang="nl-NL" sz="1100" b="1" dirty="0"/>
              <a:t>/2</a:t>
            </a:r>
            <a:endParaRPr lang="nl-BE" sz="1100" b="1" dirty="0"/>
          </a:p>
        </p:txBody>
      </p:sp>
    </p:spTree>
    <p:extLst>
      <p:ext uri="{BB962C8B-B14F-4D97-AF65-F5344CB8AC3E}">
        <p14:creationId xmlns:p14="http://schemas.microsoft.com/office/powerpoint/2010/main" val="2322693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D84E1E-8650-E834-001C-4BECB1B29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79" y="1284338"/>
            <a:ext cx="8453628" cy="4841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A43E6127-7D65-5FB1-CF85-2E4EB3C10118}"/>
              </a:ext>
            </a:extLst>
          </p:cNvPr>
          <p:cNvSpPr txBox="1">
            <a:spLocks/>
          </p:cNvSpPr>
          <p:nvPr/>
        </p:nvSpPr>
        <p:spPr>
          <a:xfrm>
            <a:off x="227702" y="6434807"/>
            <a:ext cx="5907025" cy="4520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88000" indent="-2880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0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 b="1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1pPr>
            <a:lvl2pPr marL="630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954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21004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/>
              <a:t>Artikel: </a:t>
            </a:r>
            <a:r>
              <a:rPr lang="nl-NL" sz="1200">
                <a:latin typeface="Plus Jakarta Sans"/>
                <a:cs typeface="Plus Jakarta Sans"/>
                <a:hlinkClick r:id="rId5"/>
              </a:rPr>
              <a:t>https://doi.org/10.55465/SXCW6218</a:t>
            </a:r>
            <a:r>
              <a:rPr lang="nl-NL" sz="1200">
                <a:latin typeface="Plus Jakarta Sans"/>
                <a:cs typeface="Plus Jakarta Sans"/>
              </a:rPr>
              <a:t> </a:t>
            </a:r>
          </a:p>
          <a:p>
            <a:endParaRPr lang="nl-BE" sz="1200" dirty="0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1B4EAF8B-E7DB-BDF0-925B-0F4FB5432D04}"/>
              </a:ext>
            </a:extLst>
          </p:cNvPr>
          <p:cNvSpPr txBox="1"/>
          <p:nvPr/>
        </p:nvSpPr>
        <p:spPr>
          <a:xfrm>
            <a:off x="5333238" y="34635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800" dirty="0"/>
              <a:t>“Relevant </a:t>
            </a:r>
            <a:r>
              <a:rPr lang="nl-NL" sz="1800" dirty="0" err="1"/>
              <a:t>intersections</a:t>
            </a:r>
            <a:r>
              <a:rPr lang="nl-NL" sz="1800" dirty="0"/>
              <a:t> &amp; relevant </a:t>
            </a:r>
            <a:r>
              <a:rPr lang="nl-NL" sz="1800" dirty="0" err="1"/>
              <a:t>differences</a:t>
            </a:r>
            <a:r>
              <a:rPr lang="nl-NL" sz="1800" dirty="0"/>
              <a:t>”</a:t>
            </a:r>
            <a:endParaRPr lang="nl-B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E0E0BFD-FCCF-1539-7C15-F1AE16A71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82" y="267380"/>
            <a:ext cx="3498053" cy="578214"/>
          </a:xfrm>
        </p:spPr>
        <p:txBody>
          <a:bodyPr/>
          <a:lstStyle/>
          <a:p>
            <a:pPr algn="ctr"/>
            <a:r>
              <a:rPr lang="nl-NL" dirty="0" err="1"/>
              <a:t>Alignment-algorithm</a:t>
            </a:r>
            <a:r>
              <a:rPr lang="nl-NL" dirty="0"/>
              <a:t> (‘</a:t>
            </a:r>
            <a:r>
              <a:rPr lang="nl-NL" dirty="0" err="1"/>
              <a:t>brdr</a:t>
            </a:r>
            <a:r>
              <a:rPr lang="nl-NL" dirty="0"/>
              <a:t>’)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54659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>
            <a:extLst>
              <a:ext uri="{FF2B5EF4-FFF2-40B4-BE49-F238E27FC236}">
                <a16:creationId xmlns:a16="http://schemas.microsoft.com/office/drawing/2014/main" id="{90E5D9D8-F27F-6031-67F5-D33F2AC2F34A}"/>
              </a:ext>
            </a:extLst>
          </p:cNvPr>
          <p:cNvSpPr/>
          <p:nvPr/>
        </p:nvSpPr>
        <p:spPr>
          <a:xfrm>
            <a:off x="8083296" y="210312"/>
            <a:ext cx="1591056" cy="484632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8FEDBF55-0D8F-A5CC-C3E5-0CC162648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98" y="2020525"/>
            <a:ext cx="4500303" cy="18319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1" name="Arrow: Right 3">
            <a:extLst>
              <a:ext uri="{FF2B5EF4-FFF2-40B4-BE49-F238E27FC236}">
                <a16:creationId xmlns:a16="http://schemas.microsoft.com/office/drawing/2014/main" id="{53E3E655-136D-0B81-F60D-E00D439F1177}"/>
              </a:ext>
            </a:extLst>
          </p:cNvPr>
          <p:cNvSpPr/>
          <p:nvPr/>
        </p:nvSpPr>
        <p:spPr>
          <a:xfrm rot="20043183">
            <a:off x="4996176" y="1152939"/>
            <a:ext cx="2169898" cy="94314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 Relevant distance</a:t>
            </a:r>
          </a:p>
          <a:p>
            <a:pPr algn="ctr"/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0,6 m</a:t>
            </a:r>
          </a:p>
        </p:txBody>
      </p:sp>
      <p:sp>
        <p:nvSpPr>
          <p:cNvPr id="22" name="Arrow: Right 3">
            <a:extLst>
              <a:ext uri="{FF2B5EF4-FFF2-40B4-BE49-F238E27FC236}">
                <a16:creationId xmlns:a16="http://schemas.microsoft.com/office/drawing/2014/main" id="{BDD3FB94-4C2A-6618-2DE7-B367848F74BB}"/>
              </a:ext>
            </a:extLst>
          </p:cNvPr>
          <p:cNvSpPr/>
          <p:nvPr/>
        </p:nvSpPr>
        <p:spPr>
          <a:xfrm>
            <a:off x="5038263" y="2506363"/>
            <a:ext cx="2148713" cy="9763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Relevant distance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0,8 m</a:t>
            </a:r>
          </a:p>
        </p:txBody>
      </p:sp>
      <p:sp>
        <p:nvSpPr>
          <p:cNvPr id="23" name="Arrow: Right 3">
            <a:extLst>
              <a:ext uri="{FF2B5EF4-FFF2-40B4-BE49-F238E27FC236}">
                <a16:creationId xmlns:a16="http://schemas.microsoft.com/office/drawing/2014/main" id="{86E56B0B-7E79-C7F7-BE7E-B1D5FABAB412}"/>
              </a:ext>
            </a:extLst>
          </p:cNvPr>
          <p:cNvSpPr/>
          <p:nvPr/>
        </p:nvSpPr>
        <p:spPr>
          <a:xfrm rot="2043466">
            <a:off x="4871747" y="4001858"/>
            <a:ext cx="2164446" cy="10131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Relevant distance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(&gt;) 1,0 m 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880FC1BA-38FA-F8BB-015A-5F2156BB9E4D}"/>
              </a:ext>
            </a:extLst>
          </p:cNvPr>
          <p:cNvSpPr txBox="1"/>
          <p:nvPr/>
        </p:nvSpPr>
        <p:spPr>
          <a:xfrm>
            <a:off x="39688" y="3938738"/>
            <a:ext cx="46812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dirty="0"/>
              <a:t>Relevant distance = data/business dependent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Geometry source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 detail level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  <a:endParaRPr lang="nl-NL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6" name="Afbeelding 25">
            <a:extLst>
              <a:ext uri="{FF2B5EF4-FFF2-40B4-BE49-F238E27FC236}">
                <a16:creationId xmlns:a16="http://schemas.microsoft.com/office/drawing/2014/main" id="{729B6603-E0CB-9088-C69A-15331D297C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8" t="5317" r="1558" b="4765"/>
          <a:stretch/>
        </p:blipFill>
        <p:spPr>
          <a:xfrm>
            <a:off x="7425918" y="309245"/>
            <a:ext cx="3656860" cy="1455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Ovaal 11">
            <a:extLst>
              <a:ext uri="{FF2B5EF4-FFF2-40B4-BE49-F238E27FC236}">
                <a16:creationId xmlns:a16="http://schemas.microsoft.com/office/drawing/2014/main" id="{C320ECC0-21DB-2C5E-B958-84E35EFBAEC9}"/>
              </a:ext>
            </a:extLst>
          </p:cNvPr>
          <p:cNvSpPr/>
          <p:nvPr/>
        </p:nvSpPr>
        <p:spPr>
          <a:xfrm>
            <a:off x="7047896" y="241078"/>
            <a:ext cx="1748632" cy="406084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28" name="Afbeelding 27">
            <a:extLst>
              <a:ext uri="{FF2B5EF4-FFF2-40B4-BE49-F238E27FC236}">
                <a16:creationId xmlns:a16="http://schemas.microsoft.com/office/drawing/2014/main" id="{9BF75A2F-1145-6567-44A3-42CF585DC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592" y="2401066"/>
            <a:ext cx="3656860" cy="14844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Ovaal 12">
            <a:extLst>
              <a:ext uri="{FF2B5EF4-FFF2-40B4-BE49-F238E27FC236}">
                <a16:creationId xmlns:a16="http://schemas.microsoft.com/office/drawing/2014/main" id="{C26CCECF-1C2A-35D6-0388-3AAFDA24BB79}"/>
              </a:ext>
            </a:extLst>
          </p:cNvPr>
          <p:cNvSpPr/>
          <p:nvPr/>
        </p:nvSpPr>
        <p:spPr>
          <a:xfrm>
            <a:off x="7283022" y="2248513"/>
            <a:ext cx="1339769" cy="427360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234DAC8C-FD3B-4C2C-1131-49140A98F131}"/>
              </a:ext>
            </a:extLst>
          </p:cNvPr>
          <p:cNvSpPr/>
          <p:nvPr/>
        </p:nvSpPr>
        <p:spPr>
          <a:xfrm>
            <a:off x="287198" y="1903974"/>
            <a:ext cx="1649975" cy="49709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31" name="Afbeelding 30">
            <a:extLst>
              <a:ext uri="{FF2B5EF4-FFF2-40B4-BE49-F238E27FC236}">
                <a16:creationId xmlns:a16="http://schemas.microsoft.com/office/drawing/2014/main" id="{9E64EFC8-E11B-BB9E-5B80-7945DF354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023" y="4521708"/>
            <a:ext cx="3846103" cy="1579650"/>
          </a:xfrm>
          <a:prstGeom prst="rect">
            <a:avLst/>
          </a:prstGeom>
        </p:spPr>
      </p:pic>
      <p:sp>
        <p:nvSpPr>
          <p:cNvPr id="11" name="Ovaal 10">
            <a:extLst>
              <a:ext uri="{FF2B5EF4-FFF2-40B4-BE49-F238E27FC236}">
                <a16:creationId xmlns:a16="http://schemas.microsoft.com/office/drawing/2014/main" id="{3897649A-E618-D603-490C-42A2BFD524F5}"/>
              </a:ext>
            </a:extLst>
          </p:cNvPr>
          <p:cNvSpPr/>
          <p:nvPr/>
        </p:nvSpPr>
        <p:spPr>
          <a:xfrm>
            <a:off x="7149916" y="4369155"/>
            <a:ext cx="1033964" cy="558637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BC6C11B-AE06-D679-EC5F-413D211E7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82" y="267380"/>
            <a:ext cx="3498053" cy="578214"/>
          </a:xfrm>
        </p:spPr>
        <p:txBody>
          <a:bodyPr/>
          <a:lstStyle/>
          <a:p>
            <a:pPr algn="ctr"/>
            <a:r>
              <a:rPr lang="nl-NL" dirty="0" err="1"/>
              <a:t>Alignment-algorithm</a:t>
            </a:r>
            <a:r>
              <a:rPr lang="nl-NL" dirty="0"/>
              <a:t> (‘</a:t>
            </a:r>
            <a:r>
              <a:rPr lang="nl-NL" dirty="0" err="1"/>
              <a:t>brdr</a:t>
            </a:r>
            <a:r>
              <a:rPr lang="nl-NL" dirty="0"/>
              <a:t>’)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22797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382F0-3344-0534-DFBA-F9FE9A36E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>
            <a:extLst>
              <a:ext uri="{FF2B5EF4-FFF2-40B4-BE49-F238E27FC236}">
                <a16:creationId xmlns:a16="http://schemas.microsoft.com/office/drawing/2014/main" id="{0798E350-906E-344E-5FBF-E3B4CC75DEAB}"/>
              </a:ext>
            </a:extLst>
          </p:cNvPr>
          <p:cNvSpPr/>
          <p:nvPr/>
        </p:nvSpPr>
        <p:spPr>
          <a:xfrm>
            <a:off x="6483095" y="112649"/>
            <a:ext cx="2770515" cy="484632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11E50DD-A5EB-E7C7-5B94-5903C77D4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82" y="267380"/>
            <a:ext cx="3498053" cy="578214"/>
          </a:xfrm>
        </p:spPr>
        <p:txBody>
          <a:bodyPr/>
          <a:lstStyle/>
          <a:p>
            <a:pPr algn="ctr"/>
            <a:r>
              <a:rPr lang="nl-NL" dirty="0" err="1"/>
              <a:t>Alignment-algorithm</a:t>
            </a:r>
            <a:r>
              <a:rPr lang="nl-NL" dirty="0"/>
              <a:t> (‘</a:t>
            </a:r>
            <a:r>
              <a:rPr lang="nl-NL" dirty="0" err="1"/>
              <a:t>brdr</a:t>
            </a:r>
            <a:r>
              <a:rPr lang="nl-NL" dirty="0"/>
              <a:t>’)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F4EC-CB8D-55C0-5A39-220AFC811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486" y="458824"/>
            <a:ext cx="6317695" cy="1729152"/>
          </a:xfrm>
        </p:spPr>
        <p:txBody>
          <a:bodyPr>
            <a:normAutofit/>
          </a:bodyPr>
          <a:lstStyle/>
          <a:p>
            <a:r>
              <a:rPr lang="nl-NL" dirty="0"/>
              <a:t>“How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determine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‘relevant </a:t>
            </a:r>
            <a:r>
              <a:rPr lang="nl-NL" dirty="0" err="1"/>
              <a:t>distance</a:t>
            </a:r>
            <a:r>
              <a:rPr lang="nl-NL" dirty="0"/>
              <a:t>’?”</a:t>
            </a:r>
          </a:p>
          <a:p>
            <a:pPr marL="0" indent="0">
              <a:buNone/>
            </a:pPr>
            <a:endParaRPr lang="nl-NL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nl-NL" dirty="0">
                <a:solidFill>
                  <a:srgbClr val="00B050"/>
                </a:solidFill>
                <a:sym typeface="Wingdings" panose="05000000000000000000" pitchFamily="2" charset="2"/>
              </a:rPr>
              <a:t>’</a:t>
            </a:r>
            <a:r>
              <a:rPr lang="nl-NL" dirty="0" err="1">
                <a:solidFill>
                  <a:srgbClr val="00B050"/>
                </a:solidFill>
                <a:sym typeface="Wingdings" panose="05000000000000000000" pitchFamily="2" charset="2"/>
              </a:rPr>
              <a:t>brdr</a:t>
            </a:r>
            <a:r>
              <a:rPr lang="nl-NL" dirty="0">
                <a:solidFill>
                  <a:srgbClr val="00B050"/>
                </a:solidFill>
                <a:sym typeface="Wingdings" panose="05000000000000000000" pitchFamily="2" charset="2"/>
              </a:rPr>
              <a:t>’ </a:t>
            </a:r>
            <a:r>
              <a:rPr lang="nl-NL" dirty="0" err="1">
                <a:solidFill>
                  <a:srgbClr val="00B050"/>
                </a:solidFill>
                <a:sym typeface="Wingdings" panose="05000000000000000000" pitchFamily="2" charset="2"/>
              </a:rPr>
              <a:t>tries</a:t>
            </a:r>
            <a:r>
              <a:rPr lang="nl-NL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nl-NL" dirty="0" err="1">
                <a:solidFill>
                  <a:srgbClr val="00B050"/>
                </a:solidFill>
                <a:sym typeface="Wingdings" panose="05000000000000000000" pitchFamily="2" charset="2"/>
              </a:rPr>
              <a:t>all</a:t>
            </a:r>
            <a:r>
              <a:rPr lang="nl-NL" dirty="0">
                <a:solidFill>
                  <a:srgbClr val="00B050"/>
                </a:solidFill>
                <a:sym typeface="Wingdings" panose="05000000000000000000" pitchFamily="2" charset="2"/>
              </a:rPr>
              <a:t> ! 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Vermenigvuldigingsteken 4">
            <a:extLst>
              <a:ext uri="{FF2B5EF4-FFF2-40B4-BE49-F238E27FC236}">
                <a16:creationId xmlns:a16="http://schemas.microsoft.com/office/drawing/2014/main" id="{ACFB3DAD-CFDE-AD5D-5099-5F7512252AF4}"/>
              </a:ext>
            </a:extLst>
          </p:cNvPr>
          <p:cNvSpPr/>
          <p:nvPr/>
        </p:nvSpPr>
        <p:spPr>
          <a:xfrm>
            <a:off x="5514109" y="-238420"/>
            <a:ext cx="4009660" cy="1939612"/>
          </a:xfrm>
          <a:prstGeom prst="mathMultiply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7" name="Afbeelding 6" descr="Afbeelding met tekst, schermopname, diagram, lijn&#10;&#10;Door AI gegenereerde inhoud is mogelijk onjuist.">
            <a:extLst>
              <a:ext uri="{FF2B5EF4-FFF2-40B4-BE49-F238E27FC236}">
                <a16:creationId xmlns:a16="http://schemas.microsoft.com/office/drawing/2014/main" id="{E4496DE0-361F-B7CD-3A7A-64EA8D7EC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14" y="2187976"/>
            <a:ext cx="7620000" cy="381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DBD4F3F1-0F1E-F8A3-0F96-CDA391E24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955" y="964343"/>
            <a:ext cx="2404906" cy="20135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CBE27934-5B2F-5385-CF53-929A79742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989" y="4198853"/>
            <a:ext cx="2243872" cy="19277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Arrow: Right 3">
            <a:extLst>
              <a:ext uri="{FF2B5EF4-FFF2-40B4-BE49-F238E27FC236}">
                <a16:creationId xmlns:a16="http://schemas.microsoft.com/office/drawing/2014/main" id="{84B4BB7C-6316-0A73-66CF-011FC88D7039}"/>
              </a:ext>
            </a:extLst>
          </p:cNvPr>
          <p:cNvSpPr/>
          <p:nvPr/>
        </p:nvSpPr>
        <p:spPr>
          <a:xfrm rot="16200000" flipH="1">
            <a:off x="9897475" y="3263007"/>
            <a:ext cx="1102900" cy="76879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PREDICTION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@ 4.8m</a:t>
            </a: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479CE4F0-FEFF-C5E6-B531-EC916CBA2940}"/>
              </a:ext>
            </a:extLst>
          </p:cNvPr>
          <p:cNvSpPr/>
          <p:nvPr/>
        </p:nvSpPr>
        <p:spPr>
          <a:xfrm>
            <a:off x="6172200" y="3792769"/>
            <a:ext cx="1184564" cy="406084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6314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0BEE-9FBA-5D07-6190-F3FD1D4D3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>
            <a:extLst>
              <a:ext uri="{FF2B5EF4-FFF2-40B4-BE49-F238E27FC236}">
                <a16:creationId xmlns:a16="http://schemas.microsoft.com/office/drawing/2014/main" id="{F4F2EC6E-6451-3F1E-6A65-35F9B3643B20}"/>
              </a:ext>
            </a:extLst>
          </p:cNvPr>
          <p:cNvSpPr/>
          <p:nvPr/>
        </p:nvSpPr>
        <p:spPr>
          <a:xfrm>
            <a:off x="8083296" y="210312"/>
            <a:ext cx="1591056" cy="484632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679CB0-6CFC-47EF-636D-F8EC73956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82" y="267380"/>
            <a:ext cx="3498053" cy="578214"/>
          </a:xfrm>
        </p:spPr>
        <p:txBody>
          <a:bodyPr/>
          <a:lstStyle/>
          <a:p>
            <a:pPr algn="ctr"/>
            <a:r>
              <a:rPr lang="nl-NL" dirty="0" err="1"/>
              <a:t>Alignment-algorithm</a:t>
            </a:r>
            <a:r>
              <a:rPr lang="nl-NL" dirty="0"/>
              <a:t> (‘</a:t>
            </a:r>
            <a:r>
              <a:rPr lang="nl-NL" dirty="0" err="1"/>
              <a:t>brdr</a:t>
            </a:r>
            <a:r>
              <a:rPr lang="nl-NL" dirty="0"/>
              <a:t>’)</a:t>
            </a:r>
            <a:endParaRPr lang="nl-BE" dirty="0"/>
          </a:p>
        </p:txBody>
      </p:sp>
      <p:pic>
        <p:nvPicPr>
          <p:cNvPr id="6" name="Afbeelding 5" descr="Afbeelding met tekst, diagram, lijn, schermopname&#10;&#10;Door AI gegenereerde inhoud is mogelijk onjuist.">
            <a:extLst>
              <a:ext uri="{FF2B5EF4-FFF2-40B4-BE49-F238E27FC236}">
                <a16:creationId xmlns:a16="http://schemas.microsoft.com/office/drawing/2014/main" id="{80F89911-415C-AD00-F747-E907D53C4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53" y="2305988"/>
            <a:ext cx="7357095" cy="41383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Arrow: Right 3">
            <a:extLst>
              <a:ext uri="{FF2B5EF4-FFF2-40B4-BE49-F238E27FC236}">
                <a16:creationId xmlns:a16="http://schemas.microsoft.com/office/drawing/2014/main" id="{8C11CFA9-AE80-4A19-4995-A6FBEDB8E6C1}"/>
              </a:ext>
            </a:extLst>
          </p:cNvPr>
          <p:cNvSpPr/>
          <p:nvPr/>
        </p:nvSpPr>
        <p:spPr>
          <a:xfrm rot="16200000" flipH="1">
            <a:off x="8327374" y="3439323"/>
            <a:ext cx="1102900" cy="768792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PREDICTION 1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@ 2.8m</a:t>
            </a:r>
          </a:p>
        </p:txBody>
      </p:sp>
      <p:sp>
        <p:nvSpPr>
          <p:cNvPr id="23" name="Arrow: Right 3">
            <a:extLst>
              <a:ext uri="{FF2B5EF4-FFF2-40B4-BE49-F238E27FC236}">
                <a16:creationId xmlns:a16="http://schemas.microsoft.com/office/drawing/2014/main" id="{4589D2E6-D2CD-F6A3-58C3-45804D26A0CE}"/>
              </a:ext>
            </a:extLst>
          </p:cNvPr>
          <p:cNvSpPr/>
          <p:nvPr/>
        </p:nvSpPr>
        <p:spPr>
          <a:xfrm rot="16200000" flipH="1">
            <a:off x="10643236" y="3474596"/>
            <a:ext cx="1102901" cy="698247"/>
          </a:xfrm>
          <a:prstGeom prst="rightArrow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PREDICTION 2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@4.4m</a:t>
            </a:r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79C3AA42-BF4C-DAD9-70B2-1DA3D42CE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593" y="347314"/>
            <a:ext cx="2659927" cy="24929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D5CCDFFA-AB2A-A078-3053-7507407C3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719" y="4408300"/>
            <a:ext cx="2061696" cy="21087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04D6EB96-70E2-7F16-5B62-A87C42A18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286" y="4418691"/>
            <a:ext cx="2152953" cy="21087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3" name="Ovaal 32">
            <a:extLst>
              <a:ext uri="{FF2B5EF4-FFF2-40B4-BE49-F238E27FC236}">
                <a16:creationId xmlns:a16="http://schemas.microsoft.com/office/drawing/2014/main" id="{FAEA1719-66D1-CE15-6737-6FE1C0889830}"/>
              </a:ext>
            </a:extLst>
          </p:cNvPr>
          <p:cNvSpPr/>
          <p:nvPr/>
        </p:nvSpPr>
        <p:spPr>
          <a:xfrm>
            <a:off x="4911436" y="4416597"/>
            <a:ext cx="1184564" cy="406084"/>
          </a:xfrm>
          <a:prstGeom prst="ellipse">
            <a:avLst/>
          </a:prstGeom>
          <a:noFill/>
          <a:ln w="9525" cap="flat" cmpd="sng" algn="ctr">
            <a:solidFill>
              <a:srgbClr val="F38C4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4" name="Ovaal 33">
            <a:extLst>
              <a:ext uri="{FF2B5EF4-FFF2-40B4-BE49-F238E27FC236}">
                <a16:creationId xmlns:a16="http://schemas.microsoft.com/office/drawing/2014/main" id="{0D656ED1-5643-3F6B-8CC2-BAD16EB03CB0}"/>
              </a:ext>
            </a:extLst>
          </p:cNvPr>
          <p:cNvSpPr/>
          <p:nvPr/>
        </p:nvSpPr>
        <p:spPr>
          <a:xfrm>
            <a:off x="5727521" y="3823719"/>
            <a:ext cx="1184564" cy="406084"/>
          </a:xfrm>
          <a:prstGeom prst="ellipse">
            <a:avLst/>
          </a:prstGeom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6355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3" grpId="0" animBg="1"/>
      <p:bldP spid="33" grpId="0" animBg="1"/>
      <p:bldP spid="3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AB345-C168-816A-8F1E-F3556FB2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Predictions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BA684F8-6859-B251-B2DB-9E363C6A2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98" y="1016686"/>
            <a:ext cx="3377647" cy="1127031"/>
          </a:xfrm>
        </p:spPr>
        <p:txBody>
          <a:bodyPr>
            <a:normAutofit/>
          </a:bodyPr>
          <a:lstStyle/>
          <a:p>
            <a:r>
              <a:rPr lang="nl-NL" sz="1400" dirty="0" err="1"/>
              <a:t>Executing</a:t>
            </a:r>
            <a:r>
              <a:rPr lang="nl-NL" sz="1400" dirty="0"/>
              <a:t> </a:t>
            </a:r>
            <a:r>
              <a:rPr lang="nl-NL" sz="1400" dirty="0" err="1"/>
              <a:t>the</a:t>
            </a:r>
            <a:r>
              <a:rPr lang="nl-NL" sz="1400" dirty="0"/>
              <a:t> </a:t>
            </a:r>
            <a:r>
              <a:rPr lang="nl-NL" sz="1400" dirty="0" err="1"/>
              <a:t>algorithm</a:t>
            </a:r>
            <a:r>
              <a:rPr lang="nl-NL" sz="1400" dirty="0"/>
              <a:t> </a:t>
            </a:r>
            <a:r>
              <a:rPr lang="nl-NL" sz="1400" dirty="0" err="1"/>
              <a:t>with</a:t>
            </a:r>
            <a:r>
              <a:rPr lang="nl-NL" sz="1400" dirty="0"/>
              <a:t> a series of ‘relevant </a:t>
            </a:r>
            <a:r>
              <a:rPr lang="nl-NL" sz="1400" dirty="0" err="1"/>
              <a:t>distances</a:t>
            </a:r>
            <a:r>
              <a:rPr lang="nl-NL" sz="1400" dirty="0"/>
              <a:t>’:</a:t>
            </a:r>
          </a:p>
          <a:p>
            <a:pPr lvl="1"/>
            <a:r>
              <a:rPr lang="nl-NL" sz="1400" dirty="0"/>
              <a:t>0,0.1, 0.2, …1...1.9,2</a:t>
            </a:r>
          </a:p>
        </p:txBody>
      </p:sp>
      <p:pic>
        <p:nvPicPr>
          <p:cNvPr id="4098" name="Picture 2" descr="A screenshot of a graph&#10;&#10;Description automatically generated, Afbeelding">
            <a:extLst>
              <a:ext uri="{FF2B5EF4-FFF2-40B4-BE49-F238E27FC236}">
                <a16:creationId xmlns:a16="http://schemas.microsoft.com/office/drawing/2014/main" id="{3B022685-9480-5847-A806-9F89124AB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0944" y="302479"/>
            <a:ext cx="9211056" cy="5454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3">
            <a:extLst>
              <a:ext uri="{FF2B5EF4-FFF2-40B4-BE49-F238E27FC236}">
                <a16:creationId xmlns:a16="http://schemas.microsoft.com/office/drawing/2014/main" id="{B70FA014-0C06-B74F-5D64-731A0C0FB4BE}"/>
              </a:ext>
            </a:extLst>
          </p:cNvPr>
          <p:cNvSpPr/>
          <p:nvPr/>
        </p:nvSpPr>
        <p:spPr>
          <a:xfrm rot="5400000">
            <a:off x="5167295" y="492841"/>
            <a:ext cx="909482" cy="30784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Prediction 1</a:t>
            </a:r>
          </a:p>
        </p:txBody>
      </p:sp>
      <p:sp>
        <p:nvSpPr>
          <p:cNvPr id="7" name="Arrow: Right 3">
            <a:extLst>
              <a:ext uri="{FF2B5EF4-FFF2-40B4-BE49-F238E27FC236}">
                <a16:creationId xmlns:a16="http://schemas.microsoft.com/office/drawing/2014/main" id="{8A5A9D86-FD25-A6AB-7F54-D51B66B1BAC8}"/>
              </a:ext>
            </a:extLst>
          </p:cNvPr>
          <p:cNvSpPr/>
          <p:nvPr/>
        </p:nvSpPr>
        <p:spPr>
          <a:xfrm rot="5400000">
            <a:off x="3633959" y="3979529"/>
            <a:ext cx="1018070" cy="291084"/>
          </a:xfrm>
          <a:prstGeom prst="rightArrow">
            <a:avLst/>
          </a:prstGeom>
          <a:solidFill>
            <a:srgbClr val="F38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Prediction 1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F11E8B67-BE34-9CA2-5964-ACF2A6EE9488}"/>
              </a:ext>
            </a:extLst>
          </p:cNvPr>
          <p:cNvSpPr txBox="1"/>
          <p:nvPr/>
        </p:nvSpPr>
        <p:spPr>
          <a:xfrm>
            <a:off x="6004560" y="5571828"/>
            <a:ext cx="289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ym typeface="Wingdings" panose="05000000000000000000" pitchFamily="2" charset="2"/>
              </a:rPr>
              <a:t></a:t>
            </a:r>
            <a:r>
              <a:rPr lang="nl-NL" dirty="0"/>
              <a:t>RELEVANT DISTANCE(m)</a:t>
            </a:r>
            <a:r>
              <a:rPr lang="nl-NL" dirty="0">
                <a:sym typeface="Wingdings" panose="05000000000000000000" pitchFamily="2" charset="2"/>
              </a:rPr>
              <a:t></a:t>
            </a:r>
            <a:endParaRPr lang="nl-BE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A604B18-2141-7EB8-58A9-3E1AA28BB665}"/>
              </a:ext>
            </a:extLst>
          </p:cNvPr>
          <p:cNvSpPr txBox="1"/>
          <p:nvPr/>
        </p:nvSpPr>
        <p:spPr>
          <a:xfrm rot="16200000">
            <a:off x="1929397" y="2716309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ym typeface="Wingdings" panose="05000000000000000000" pitchFamily="2" charset="2"/>
              </a:rPr>
              <a:t>CHANGE</a:t>
            </a:r>
            <a:r>
              <a:rPr lang="nl-NL" dirty="0"/>
              <a:t> (m²)</a:t>
            </a:r>
            <a:r>
              <a:rPr lang="nl-NL" dirty="0">
                <a:sym typeface="Wingdings" panose="05000000000000000000" pitchFamily="2" charset="2"/>
              </a:rPr>
              <a:t></a:t>
            </a:r>
            <a:endParaRPr lang="nl-BE" dirty="0"/>
          </a:p>
        </p:txBody>
      </p:sp>
      <p:sp>
        <p:nvSpPr>
          <p:cNvPr id="9" name="Arrow: Right 3">
            <a:extLst>
              <a:ext uri="{FF2B5EF4-FFF2-40B4-BE49-F238E27FC236}">
                <a16:creationId xmlns:a16="http://schemas.microsoft.com/office/drawing/2014/main" id="{16B17FD7-A094-C042-3067-9FE6F09B8951}"/>
              </a:ext>
            </a:extLst>
          </p:cNvPr>
          <p:cNvSpPr/>
          <p:nvPr/>
        </p:nvSpPr>
        <p:spPr>
          <a:xfrm rot="5400000">
            <a:off x="5829264" y="344042"/>
            <a:ext cx="909480" cy="30784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38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Prediction 2</a:t>
            </a:r>
          </a:p>
        </p:txBody>
      </p: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2FE0E6AB-A79A-F9F3-C907-E54F5AD038E4}"/>
              </a:ext>
            </a:extLst>
          </p:cNvPr>
          <p:cNvCxnSpPr>
            <a:cxnSpLocks/>
          </p:cNvCxnSpPr>
          <p:nvPr/>
        </p:nvCxnSpPr>
        <p:spPr>
          <a:xfrm>
            <a:off x="6272784" y="1490472"/>
            <a:ext cx="47091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ED4D4D2C-3D9E-80D4-84A1-EA5675FF3B0B}"/>
              </a:ext>
            </a:extLst>
          </p:cNvPr>
          <p:cNvSpPr txBox="1"/>
          <p:nvPr/>
        </p:nvSpPr>
        <p:spPr>
          <a:xfrm>
            <a:off x="8311896" y="1347812"/>
            <a:ext cx="1203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dirty="0" err="1">
                <a:solidFill>
                  <a:srgbClr val="F38C4F"/>
                </a:solidFill>
              </a:rPr>
              <a:t>Prediction</a:t>
            </a:r>
            <a:r>
              <a:rPr lang="nl-NL" sz="1200" dirty="0">
                <a:solidFill>
                  <a:srgbClr val="F38C4F"/>
                </a:solidFill>
              </a:rPr>
              <a:t>-score</a:t>
            </a:r>
            <a:endParaRPr lang="nl-BE" sz="1200" dirty="0">
              <a:solidFill>
                <a:srgbClr val="F38C4F"/>
              </a:solidFill>
            </a:endParaRPr>
          </a:p>
        </p:txBody>
      </p:sp>
      <p:sp>
        <p:nvSpPr>
          <p:cNvPr id="15" name="Tijdelijke aanduiding voor inhoud 2">
            <a:extLst>
              <a:ext uri="{FF2B5EF4-FFF2-40B4-BE49-F238E27FC236}">
                <a16:creationId xmlns:a16="http://schemas.microsoft.com/office/drawing/2014/main" id="{B6FAABFE-6E1B-4EB5-4CE2-F7DE3BDDB42C}"/>
              </a:ext>
            </a:extLst>
          </p:cNvPr>
          <p:cNvSpPr txBox="1">
            <a:spLocks/>
          </p:cNvSpPr>
          <p:nvPr/>
        </p:nvSpPr>
        <p:spPr>
          <a:xfrm>
            <a:off x="175750" y="4019134"/>
            <a:ext cx="2104018" cy="95374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88000" indent="-2880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0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 b="1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1pPr>
            <a:lvl2pPr marL="630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954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21004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 dirty="0"/>
              <a:t>PREDICTIONS= </a:t>
            </a:r>
            <a:r>
              <a:rPr lang="nl-NL" sz="1400" b="0" dirty="0"/>
              <a:t>‘</a:t>
            </a:r>
            <a:r>
              <a:rPr lang="nl-NL" sz="1400" b="0" dirty="0" err="1"/>
              <a:t>Stable</a:t>
            </a:r>
            <a:r>
              <a:rPr lang="nl-NL" sz="1400" b="0" dirty="0"/>
              <a:t>’ </a:t>
            </a:r>
            <a:r>
              <a:rPr lang="nl-NL" sz="1400" b="0" dirty="0" err="1"/>
              <a:t>results</a:t>
            </a:r>
            <a:r>
              <a:rPr lang="nl-NL" sz="1400" b="0" dirty="0"/>
              <a:t> </a:t>
            </a:r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464A0EF4-524D-F6B8-BDE9-CC89629CF945}"/>
              </a:ext>
            </a:extLst>
          </p:cNvPr>
          <p:cNvSpPr txBox="1">
            <a:spLocks/>
          </p:cNvSpPr>
          <p:nvPr/>
        </p:nvSpPr>
        <p:spPr>
          <a:xfrm>
            <a:off x="175750" y="2433262"/>
            <a:ext cx="2104018" cy="168240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88000" indent="-2880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0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 b="1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1pPr>
            <a:lvl2pPr marL="630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954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21004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 dirty="0"/>
              <a:t>Change </a:t>
            </a:r>
            <a:r>
              <a:rPr lang="nl-NL" sz="1400" dirty="0" err="1"/>
              <a:t>measurement</a:t>
            </a:r>
            <a:r>
              <a:rPr lang="nl-NL" sz="1400" dirty="0"/>
              <a:t> (m²) = </a:t>
            </a:r>
            <a:r>
              <a:rPr lang="nl-NL" sz="1400" b="0" dirty="0" err="1"/>
              <a:t>Difference</a:t>
            </a:r>
            <a:r>
              <a:rPr lang="nl-NL" sz="1400" b="0" dirty="0"/>
              <a:t> in area </a:t>
            </a:r>
            <a:r>
              <a:rPr lang="nl-NL" sz="1400" b="0" dirty="0" err="1"/>
              <a:t>between</a:t>
            </a:r>
            <a:r>
              <a:rPr lang="nl-NL" sz="1400" b="0" dirty="0"/>
              <a:t> input </a:t>
            </a:r>
            <a:r>
              <a:rPr lang="nl-NL" sz="1400" b="0" dirty="0" err="1"/>
              <a:t>and</a:t>
            </a:r>
            <a:r>
              <a:rPr lang="nl-NL" sz="1400" b="0" dirty="0"/>
              <a:t> </a:t>
            </a:r>
            <a:r>
              <a:rPr lang="nl-NL" sz="1400" b="0" dirty="0" err="1"/>
              <a:t>resulting</a:t>
            </a:r>
            <a:r>
              <a:rPr lang="nl-NL" sz="1400" b="0" dirty="0"/>
              <a:t> </a:t>
            </a:r>
            <a:r>
              <a:rPr lang="nl-NL" sz="1400" b="0" dirty="0" err="1"/>
              <a:t>geometry</a:t>
            </a:r>
            <a:endParaRPr lang="nl-NL" sz="1400" b="0" dirty="0"/>
          </a:p>
        </p:txBody>
      </p:sp>
      <p:sp>
        <p:nvSpPr>
          <p:cNvPr id="17" name="Tijdelijke aanduiding voor inhoud 2">
            <a:extLst>
              <a:ext uri="{FF2B5EF4-FFF2-40B4-BE49-F238E27FC236}">
                <a16:creationId xmlns:a16="http://schemas.microsoft.com/office/drawing/2014/main" id="{6967AED2-7FC4-4250-F3A8-CDDABC42D7F1}"/>
              </a:ext>
            </a:extLst>
          </p:cNvPr>
          <p:cNvSpPr txBox="1">
            <a:spLocks/>
          </p:cNvSpPr>
          <p:nvPr/>
        </p:nvSpPr>
        <p:spPr>
          <a:xfrm>
            <a:off x="175750" y="4793157"/>
            <a:ext cx="2104018" cy="114800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88000" indent="-2880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0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 b="1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1pPr>
            <a:lvl2pPr marL="630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9549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21004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 dirty="0"/>
              <a:t>PREDICTION SCORE=</a:t>
            </a:r>
          </a:p>
          <a:p>
            <a:pPr marL="0" indent="0">
              <a:buNone/>
            </a:pPr>
            <a:r>
              <a:rPr lang="nl-NL" sz="1400" b="0" dirty="0" err="1"/>
              <a:t>Length</a:t>
            </a:r>
            <a:r>
              <a:rPr lang="nl-NL" sz="1400" b="0" dirty="0"/>
              <a:t> of </a:t>
            </a:r>
            <a:r>
              <a:rPr lang="nl-NL" sz="1400" b="0" dirty="0" err="1"/>
              <a:t>stability</a:t>
            </a:r>
            <a:endParaRPr lang="nl-BE" sz="1400" b="0" dirty="0"/>
          </a:p>
        </p:txBody>
      </p:sp>
    </p:spTree>
    <p:extLst>
      <p:ext uri="{BB962C8B-B14F-4D97-AF65-F5344CB8AC3E}">
        <p14:creationId xmlns:p14="http://schemas.microsoft.com/office/powerpoint/2010/main" val="427246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  <p:bldP spid="4" grpId="0"/>
      <p:bldP spid="8" grpId="0"/>
      <p:bldP spid="9" grpId="0" animBg="1"/>
      <p:bldP spid="14" grpId="0"/>
      <p:bldP spid="15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Afbeelding 22">
            <a:extLst>
              <a:ext uri="{FF2B5EF4-FFF2-40B4-BE49-F238E27FC236}">
                <a16:creationId xmlns:a16="http://schemas.microsoft.com/office/drawing/2014/main" id="{CEB7DC66-1DE2-2A37-23B6-9E7703EFE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667" y="477983"/>
            <a:ext cx="8544179" cy="55330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469" y="142513"/>
            <a:ext cx="3222943" cy="1325563"/>
          </a:xfrm>
        </p:spPr>
        <p:txBody>
          <a:bodyPr/>
          <a:lstStyle/>
          <a:p>
            <a:r>
              <a:rPr dirty="0"/>
              <a:t>Basic Example </a:t>
            </a:r>
            <a:br>
              <a:rPr lang="nl-NL" dirty="0"/>
            </a:br>
            <a:r>
              <a:rPr sz="2400" dirty="0"/>
              <a:t>(Code</a:t>
            </a:r>
            <a:r>
              <a:rPr lang="nl-NL" sz="2400" dirty="0"/>
              <a:t> ‘</a:t>
            </a:r>
            <a:r>
              <a:rPr lang="nl-NL" sz="2400" dirty="0" err="1"/>
              <a:t>brdr</a:t>
            </a:r>
            <a:r>
              <a:rPr lang="nl-NL" sz="2400" dirty="0"/>
              <a:t>’ v0.14.0</a:t>
            </a:r>
            <a:r>
              <a:rPr sz="2400" dirty="0"/>
              <a:t>)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7B7BBB98-004D-A50C-D485-00FD9035F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2" y="1611790"/>
            <a:ext cx="2534769" cy="21969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2190289A-C0BE-005A-5CDA-CCC589664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8" y="4149805"/>
            <a:ext cx="2545773" cy="21969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Arrow: Right 3">
            <a:extLst>
              <a:ext uri="{FF2B5EF4-FFF2-40B4-BE49-F238E27FC236}">
                <a16:creationId xmlns:a16="http://schemas.microsoft.com/office/drawing/2014/main" id="{318F3993-2484-37B0-E9DC-4DAD43D3CAD6}"/>
              </a:ext>
            </a:extLst>
          </p:cNvPr>
          <p:cNvSpPr/>
          <p:nvPr/>
        </p:nvSpPr>
        <p:spPr>
          <a:xfrm rot="16200000" flipH="1">
            <a:off x="809789" y="3657504"/>
            <a:ext cx="1050089" cy="80090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PREDICTION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@1.2m</a:t>
            </a:r>
          </a:p>
        </p:txBody>
      </p:sp>
      <p:sp>
        <p:nvSpPr>
          <p:cNvPr id="17" name="Rechthoek: afgeronde hoeken 16">
            <a:extLst>
              <a:ext uri="{FF2B5EF4-FFF2-40B4-BE49-F238E27FC236}">
                <a16:creationId xmlns:a16="http://schemas.microsoft.com/office/drawing/2014/main" id="{45B29D19-AA1A-6D5B-FD08-7EEF66EC6302}"/>
              </a:ext>
            </a:extLst>
          </p:cNvPr>
          <p:cNvSpPr/>
          <p:nvPr/>
        </p:nvSpPr>
        <p:spPr>
          <a:xfrm>
            <a:off x="3377352" y="436417"/>
            <a:ext cx="4509348" cy="630067"/>
          </a:xfrm>
          <a:custGeom>
            <a:avLst/>
            <a:gdLst>
              <a:gd name="connsiteX0" fmla="*/ 0 w 4509348"/>
              <a:gd name="connsiteY0" fmla="*/ 105013 h 630067"/>
              <a:gd name="connsiteX1" fmla="*/ 105013 w 4509348"/>
              <a:gd name="connsiteY1" fmla="*/ 0 h 630067"/>
              <a:gd name="connsiteX2" fmla="*/ 685421 w 4509348"/>
              <a:gd name="connsiteY2" fmla="*/ 0 h 630067"/>
              <a:gd name="connsiteX3" fmla="*/ 1179844 w 4509348"/>
              <a:gd name="connsiteY3" fmla="*/ 0 h 630067"/>
              <a:gd name="connsiteX4" fmla="*/ 1717259 w 4509348"/>
              <a:gd name="connsiteY4" fmla="*/ 0 h 630067"/>
              <a:gd name="connsiteX5" fmla="*/ 2211681 w 4509348"/>
              <a:gd name="connsiteY5" fmla="*/ 0 h 630067"/>
              <a:gd name="connsiteX6" fmla="*/ 2663110 w 4509348"/>
              <a:gd name="connsiteY6" fmla="*/ 0 h 630067"/>
              <a:gd name="connsiteX7" fmla="*/ 3200525 w 4509348"/>
              <a:gd name="connsiteY7" fmla="*/ 0 h 630067"/>
              <a:gd name="connsiteX8" fmla="*/ 3608960 w 4509348"/>
              <a:gd name="connsiteY8" fmla="*/ 0 h 630067"/>
              <a:gd name="connsiteX9" fmla="*/ 4404335 w 4509348"/>
              <a:gd name="connsiteY9" fmla="*/ 0 h 630067"/>
              <a:gd name="connsiteX10" fmla="*/ 4509348 w 4509348"/>
              <a:gd name="connsiteY10" fmla="*/ 105013 h 630067"/>
              <a:gd name="connsiteX11" fmla="*/ 4509348 w 4509348"/>
              <a:gd name="connsiteY11" fmla="*/ 525054 h 630067"/>
              <a:gd name="connsiteX12" fmla="*/ 4404335 w 4509348"/>
              <a:gd name="connsiteY12" fmla="*/ 630067 h 630067"/>
              <a:gd name="connsiteX13" fmla="*/ 3780933 w 4509348"/>
              <a:gd name="connsiteY13" fmla="*/ 630067 h 630067"/>
              <a:gd name="connsiteX14" fmla="*/ 3372498 w 4509348"/>
              <a:gd name="connsiteY14" fmla="*/ 630067 h 630067"/>
              <a:gd name="connsiteX15" fmla="*/ 2964062 w 4509348"/>
              <a:gd name="connsiteY15" fmla="*/ 630067 h 630067"/>
              <a:gd name="connsiteX16" fmla="*/ 2469640 w 4509348"/>
              <a:gd name="connsiteY16" fmla="*/ 630067 h 630067"/>
              <a:gd name="connsiteX17" fmla="*/ 2018211 w 4509348"/>
              <a:gd name="connsiteY17" fmla="*/ 630067 h 630067"/>
              <a:gd name="connsiteX18" fmla="*/ 1566782 w 4509348"/>
              <a:gd name="connsiteY18" fmla="*/ 630067 h 630067"/>
              <a:gd name="connsiteX19" fmla="*/ 1158347 w 4509348"/>
              <a:gd name="connsiteY19" fmla="*/ 630067 h 630067"/>
              <a:gd name="connsiteX20" fmla="*/ 105013 w 4509348"/>
              <a:gd name="connsiteY20" fmla="*/ 630067 h 630067"/>
              <a:gd name="connsiteX21" fmla="*/ 0 w 4509348"/>
              <a:gd name="connsiteY21" fmla="*/ 525054 h 630067"/>
              <a:gd name="connsiteX22" fmla="*/ 0 w 4509348"/>
              <a:gd name="connsiteY22" fmla="*/ 105013 h 63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509348" h="630067" extrusionOk="0">
                <a:moveTo>
                  <a:pt x="0" y="105013"/>
                </a:moveTo>
                <a:cubicBezTo>
                  <a:pt x="-6717" y="34208"/>
                  <a:pt x="45636" y="-16520"/>
                  <a:pt x="105013" y="0"/>
                </a:cubicBezTo>
                <a:cubicBezTo>
                  <a:pt x="283440" y="-9296"/>
                  <a:pt x="467025" y="4208"/>
                  <a:pt x="685421" y="0"/>
                </a:cubicBezTo>
                <a:cubicBezTo>
                  <a:pt x="903817" y="-4208"/>
                  <a:pt x="958419" y="53716"/>
                  <a:pt x="1179844" y="0"/>
                </a:cubicBezTo>
                <a:cubicBezTo>
                  <a:pt x="1401269" y="-53716"/>
                  <a:pt x="1504670" y="7908"/>
                  <a:pt x="1717259" y="0"/>
                </a:cubicBezTo>
                <a:cubicBezTo>
                  <a:pt x="1929848" y="-7908"/>
                  <a:pt x="2016067" y="57612"/>
                  <a:pt x="2211681" y="0"/>
                </a:cubicBezTo>
                <a:cubicBezTo>
                  <a:pt x="2407295" y="-57612"/>
                  <a:pt x="2522647" y="27899"/>
                  <a:pt x="2663110" y="0"/>
                </a:cubicBezTo>
                <a:cubicBezTo>
                  <a:pt x="2803573" y="-27899"/>
                  <a:pt x="3066994" y="37542"/>
                  <a:pt x="3200525" y="0"/>
                </a:cubicBezTo>
                <a:cubicBezTo>
                  <a:pt x="3334057" y="-37542"/>
                  <a:pt x="3416872" y="39463"/>
                  <a:pt x="3608960" y="0"/>
                </a:cubicBezTo>
                <a:cubicBezTo>
                  <a:pt x="3801048" y="-39463"/>
                  <a:pt x="4202202" y="38992"/>
                  <a:pt x="4404335" y="0"/>
                </a:cubicBezTo>
                <a:cubicBezTo>
                  <a:pt x="4460281" y="723"/>
                  <a:pt x="4513832" y="43308"/>
                  <a:pt x="4509348" y="105013"/>
                </a:cubicBezTo>
                <a:cubicBezTo>
                  <a:pt x="4533565" y="194142"/>
                  <a:pt x="4489052" y="428394"/>
                  <a:pt x="4509348" y="525054"/>
                </a:cubicBezTo>
                <a:cubicBezTo>
                  <a:pt x="4514187" y="578025"/>
                  <a:pt x="4467965" y="632572"/>
                  <a:pt x="4404335" y="630067"/>
                </a:cubicBezTo>
                <a:cubicBezTo>
                  <a:pt x="4099181" y="649924"/>
                  <a:pt x="4074194" y="611076"/>
                  <a:pt x="3780933" y="630067"/>
                </a:cubicBezTo>
                <a:cubicBezTo>
                  <a:pt x="3487672" y="649058"/>
                  <a:pt x="3474046" y="606903"/>
                  <a:pt x="3372498" y="630067"/>
                </a:cubicBezTo>
                <a:cubicBezTo>
                  <a:pt x="3270950" y="653231"/>
                  <a:pt x="3134664" y="605663"/>
                  <a:pt x="2964062" y="630067"/>
                </a:cubicBezTo>
                <a:cubicBezTo>
                  <a:pt x="2793460" y="654471"/>
                  <a:pt x="2693970" y="603198"/>
                  <a:pt x="2469640" y="630067"/>
                </a:cubicBezTo>
                <a:cubicBezTo>
                  <a:pt x="2245310" y="656936"/>
                  <a:pt x="2192743" y="576101"/>
                  <a:pt x="2018211" y="630067"/>
                </a:cubicBezTo>
                <a:cubicBezTo>
                  <a:pt x="1843679" y="684033"/>
                  <a:pt x="1708270" y="581026"/>
                  <a:pt x="1566782" y="630067"/>
                </a:cubicBezTo>
                <a:cubicBezTo>
                  <a:pt x="1425294" y="679108"/>
                  <a:pt x="1259013" y="624867"/>
                  <a:pt x="1158347" y="630067"/>
                </a:cubicBezTo>
                <a:cubicBezTo>
                  <a:pt x="1057682" y="635267"/>
                  <a:pt x="359775" y="606138"/>
                  <a:pt x="105013" y="630067"/>
                </a:cubicBezTo>
                <a:cubicBezTo>
                  <a:pt x="56318" y="617169"/>
                  <a:pt x="-11387" y="595608"/>
                  <a:pt x="0" y="525054"/>
                </a:cubicBezTo>
                <a:cubicBezTo>
                  <a:pt x="-44498" y="391346"/>
                  <a:pt x="19442" y="189656"/>
                  <a:pt x="0" y="105013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52497686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8" name="Rechthoek: afgeronde hoeken 17">
            <a:extLst>
              <a:ext uri="{FF2B5EF4-FFF2-40B4-BE49-F238E27FC236}">
                <a16:creationId xmlns:a16="http://schemas.microsoft.com/office/drawing/2014/main" id="{B98BCE12-41A5-CEE6-5127-5716FE90E200}"/>
              </a:ext>
            </a:extLst>
          </p:cNvPr>
          <p:cNvSpPr/>
          <p:nvPr/>
        </p:nvSpPr>
        <p:spPr>
          <a:xfrm>
            <a:off x="3425536" y="1066484"/>
            <a:ext cx="8661942" cy="1728671"/>
          </a:xfrm>
          <a:custGeom>
            <a:avLst/>
            <a:gdLst>
              <a:gd name="connsiteX0" fmla="*/ 0 w 8661942"/>
              <a:gd name="connsiteY0" fmla="*/ 288118 h 1728671"/>
              <a:gd name="connsiteX1" fmla="*/ 288118 w 8661942"/>
              <a:gd name="connsiteY1" fmla="*/ 0 h 1728671"/>
              <a:gd name="connsiteX2" fmla="*/ 946525 w 8661942"/>
              <a:gd name="connsiteY2" fmla="*/ 0 h 1728671"/>
              <a:gd name="connsiteX3" fmla="*/ 1443219 w 8661942"/>
              <a:gd name="connsiteY3" fmla="*/ 0 h 1728671"/>
              <a:gd name="connsiteX4" fmla="*/ 2020769 w 8661942"/>
              <a:gd name="connsiteY4" fmla="*/ 0 h 1728671"/>
              <a:gd name="connsiteX5" fmla="*/ 2517463 w 8661942"/>
              <a:gd name="connsiteY5" fmla="*/ 0 h 1728671"/>
              <a:gd name="connsiteX6" fmla="*/ 2933299 w 8661942"/>
              <a:gd name="connsiteY6" fmla="*/ 0 h 1728671"/>
              <a:gd name="connsiteX7" fmla="*/ 3510849 w 8661942"/>
              <a:gd name="connsiteY7" fmla="*/ 0 h 1728671"/>
              <a:gd name="connsiteX8" fmla="*/ 3845829 w 8661942"/>
              <a:gd name="connsiteY8" fmla="*/ 0 h 1728671"/>
              <a:gd name="connsiteX9" fmla="*/ 4342522 w 8661942"/>
              <a:gd name="connsiteY9" fmla="*/ 0 h 1728671"/>
              <a:gd name="connsiteX10" fmla="*/ 4677501 w 8661942"/>
              <a:gd name="connsiteY10" fmla="*/ 0 h 1728671"/>
              <a:gd name="connsiteX11" fmla="*/ 5416766 w 8661942"/>
              <a:gd name="connsiteY11" fmla="*/ 0 h 1728671"/>
              <a:gd name="connsiteX12" fmla="*/ 5994316 w 8661942"/>
              <a:gd name="connsiteY12" fmla="*/ 0 h 1728671"/>
              <a:gd name="connsiteX13" fmla="*/ 6410153 w 8661942"/>
              <a:gd name="connsiteY13" fmla="*/ 0 h 1728671"/>
              <a:gd name="connsiteX14" fmla="*/ 6825989 w 8661942"/>
              <a:gd name="connsiteY14" fmla="*/ 0 h 1728671"/>
              <a:gd name="connsiteX15" fmla="*/ 7322682 w 8661942"/>
              <a:gd name="connsiteY15" fmla="*/ 0 h 1728671"/>
              <a:gd name="connsiteX16" fmla="*/ 7657661 w 8661942"/>
              <a:gd name="connsiteY16" fmla="*/ 0 h 1728671"/>
              <a:gd name="connsiteX17" fmla="*/ 8373824 w 8661942"/>
              <a:gd name="connsiteY17" fmla="*/ 0 h 1728671"/>
              <a:gd name="connsiteX18" fmla="*/ 8661942 w 8661942"/>
              <a:gd name="connsiteY18" fmla="*/ 288118 h 1728671"/>
              <a:gd name="connsiteX19" fmla="*/ 8661942 w 8661942"/>
              <a:gd name="connsiteY19" fmla="*/ 875860 h 1728671"/>
              <a:gd name="connsiteX20" fmla="*/ 8661942 w 8661942"/>
              <a:gd name="connsiteY20" fmla="*/ 1440553 h 1728671"/>
              <a:gd name="connsiteX21" fmla="*/ 8373824 w 8661942"/>
              <a:gd name="connsiteY21" fmla="*/ 1728671 h 1728671"/>
              <a:gd name="connsiteX22" fmla="*/ 7957988 w 8661942"/>
              <a:gd name="connsiteY22" fmla="*/ 1728671 h 1728671"/>
              <a:gd name="connsiteX23" fmla="*/ 7623008 w 8661942"/>
              <a:gd name="connsiteY23" fmla="*/ 1728671 h 1728671"/>
              <a:gd name="connsiteX24" fmla="*/ 6883744 w 8661942"/>
              <a:gd name="connsiteY24" fmla="*/ 1728671 h 1728671"/>
              <a:gd name="connsiteX25" fmla="*/ 6387051 w 8661942"/>
              <a:gd name="connsiteY25" fmla="*/ 1728671 h 1728671"/>
              <a:gd name="connsiteX26" fmla="*/ 5728643 w 8661942"/>
              <a:gd name="connsiteY26" fmla="*/ 1728671 h 1728671"/>
              <a:gd name="connsiteX27" fmla="*/ 5312807 w 8661942"/>
              <a:gd name="connsiteY27" fmla="*/ 1728671 h 1728671"/>
              <a:gd name="connsiteX28" fmla="*/ 4977827 w 8661942"/>
              <a:gd name="connsiteY28" fmla="*/ 1728671 h 1728671"/>
              <a:gd name="connsiteX29" fmla="*/ 4319420 w 8661942"/>
              <a:gd name="connsiteY29" fmla="*/ 1728671 h 1728671"/>
              <a:gd name="connsiteX30" fmla="*/ 3741870 w 8661942"/>
              <a:gd name="connsiteY30" fmla="*/ 1728671 h 1728671"/>
              <a:gd name="connsiteX31" fmla="*/ 3245176 w 8661942"/>
              <a:gd name="connsiteY31" fmla="*/ 1728671 h 1728671"/>
              <a:gd name="connsiteX32" fmla="*/ 2748483 w 8661942"/>
              <a:gd name="connsiteY32" fmla="*/ 1728671 h 1728671"/>
              <a:gd name="connsiteX33" fmla="*/ 2413504 w 8661942"/>
              <a:gd name="connsiteY33" fmla="*/ 1728671 h 1728671"/>
              <a:gd name="connsiteX34" fmla="*/ 1755096 w 8661942"/>
              <a:gd name="connsiteY34" fmla="*/ 1728671 h 1728671"/>
              <a:gd name="connsiteX35" fmla="*/ 1177546 w 8661942"/>
              <a:gd name="connsiteY35" fmla="*/ 1728671 h 1728671"/>
              <a:gd name="connsiteX36" fmla="*/ 842566 w 8661942"/>
              <a:gd name="connsiteY36" fmla="*/ 1728671 h 1728671"/>
              <a:gd name="connsiteX37" fmla="*/ 288118 w 8661942"/>
              <a:gd name="connsiteY37" fmla="*/ 1728671 h 1728671"/>
              <a:gd name="connsiteX38" fmla="*/ 0 w 8661942"/>
              <a:gd name="connsiteY38" fmla="*/ 1440553 h 1728671"/>
              <a:gd name="connsiteX39" fmla="*/ 0 w 8661942"/>
              <a:gd name="connsiteY39" fmla="*/ 864336 h 1728671"/>
              <a:gd name="connsiteX40" fmla="*/ 0 w 8661942"/>
              <a:gd name="connsiteY40" fmla="*/ 288118 h 1728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8661942" h="1728671" extrusionOk="0">
                <a:moveTo>
                  <a:pt x="0" y="288118"/>
                </a:moveTo>
                <a:cubicBezTo>
                  <a:pt x="-14177" y="101965"/>
                  <a:pt x="128351" y="-7712"/>
                  <a:pt x="288118" y="0"/>
                </a:cubicBezTo>
                <a:cubicBezTo>
                  <a:pt x="597312" y="-36761"/>
                  <a:pt x="806285" y="7193"/>
                  <a:pt x="946525" y="0"/>
                </a:cubicBezTo>
                <a:cubicBezTo>
                  <a:pt x="1086765" y="-7193"/>
                  <a:pt x="1262597" y="17132"/>
                  <a:pt x="1443219" y="0"/>
                </a:cubicBezTo>
                <a:cubicBezTo>
                  <a:pt x="1623841" y="-17132"/>
                  <a:pt x="1738722" y="36938"/>
                  <a:pt x="2020769" y="0"/>
                </a:cubicBezTo>
                <a:cubicBezTo>
                  <a:pt x="2302816" y="-36938"/>
                  <a:pt x="2323974" y="36660"/>
                  <a:pt x="2517463" y="0"/>
                </a:cubicBezTo>
                <a:cubicBezTo>
                  <a:pt x="2710952" y="-36660"/>
                  <a:pt x="2783333" y="26988"/>
                  <a:pt x="2933299" y="0"/>
                </a:cubicBezTo>
                <a:cubicBezTo>
                  <a:pt x="3083265" y="-26988"/>
                  <a:pt x="3359770" y="22633"/>
                  <a:pt x="3510849" y="0"/>
                </a:cubicBezTo>
                <a:cubicBezTo>
                  <a:pt x="3661928" y="-22633"/>
                  <a:pt x="3742747" y="16306"/>
                  <a:pt x="3845829" y="0"/>
                </a:cubicBezTo>
                <a:cubicBezTo>
                  <a:pt x="3948911" y="-16306"/>
                  <a:pt x="4148505" y="30989"/>
                  <a:pt x="4342522" y="0"/>
                </a:cubicBezTo>
                <a:cubicBezTo>
                  <a:pt x="4536539" y="-30989"/>
                  <a:pt x="4603308" y="24450"/>
                  <a:pt x="4677501" y="0"/>
                </a:cubicBezTo>
                <a:cubicBezTo>
                  <a:pt x="4751694" y="-24450"/>
                  <a:pt x="5079296" y="4992"/>
                  <a:pt x="5416766" y="0"/>
                </a:cubicBezTo>
                <a:cubicBezTo>
                  <a:pt x="5754237" y="-4992"/>
                  <a:pt x="5834779" y="46966"/>
                  <a:pt x="5994316" y="0"/>
                </a:cubicBezTo>
                <a:cubicBezTo>
                  <a:pt x="6153853" y="-46966"/>
                  <a:pt x="6268316" y="5155"/>
                  <a:pt x="6410153" y="0"/>
                </a:cubicBezTo>
                <a:cubicBezTo>
                  <a:pt x="6551990" y="-5155"/>
                  <a:pt x="6698056" y="15230"/>
                  <a:pt x="6825989" y="0"/>
                </a:cubicBezTo>
                <a:cubicBezTo>
                  <a:pt x="6953922" y="-15230"/>
                  <a:pt x="7199516" y="23193"/>
                  <a:pt x="7322682" y="0"/>
                </a:cubicBezTo>
                <a:cubicBezTo>
                  <a:pt x="7445848" y="-23193"/>
                  <a:pt x="7508951" y="18348"/>
                  <a:pt x="7657661" y="0"/>
                </a:cubicBezTo>
                <a:cubicBezTo>
                  <a:pt x="7806371" y="-18348"/>
                  <a:pt x="8199425" y="33360"/>
                  <a:pt x="8373824" y="0"/>
                </a:cubicBezTo>
                <a:cubicBezTo>
                  <a:pt x="8542634" y="-15154"/>
                  <a:pt x="8660038" y="134769"/>
                  <a:pt x="8661942" y="288118"/>
                </a:cubicBezTo>
                <a:cubicBezTo>
                  <a:pt x="8682789" y="510677"/>
                  <a:pt x="8653841" y="665379"/>
                  <a:pt x="8661942" y="875860"/>
                </a:cubicBezTo>
                <a:cubicBezTo>
                  <a:pt x="8670043" y="1086341"/>
                  <a:pt x="8640799" y="1245777"/>
                  <a:pt x="8661942" y="1440553"/>
                </a:cubicBezTo>
                <a:cubicBezTo>
                  <a:pt x="8647870" y="1618281"/>
                  <a:pt x="8522559" y="1709599"/>
                  <a:pt x="8373824" y="1728671"/>
                </a:cubicBezTo>
                <a:cubicBezTo>
                  <a:pt x="8244600" y="1731474"/>
                  <a:pt x="8071019" y="1710127"/>
                  <a:pt x="7957988" y="1728671"/>
                </a:cubicBezTo>
                <a:cubicBezTo>
                  <a:pt x="7844957" y="1747215"/>
                  <a:pt x="7702688" y="1692201"/>
                  <a:pt x="7623008" y="1728671"/>
                </a:cubicBezTo>
                <a:cubicBezTo>
                  <a:pt x="7543328" y="1765141"/>
                  <a:pt x="7243452" y="1716932"/>
                  <a:pt x="6883744" y="1728671"/>
                </a:cubicBezTo>
                <a:cubicBezTo>
                  <a:pt x="6524036" y="1740410"/>
                  <a:pt x="6494748" y="1683213"/>
                  <a:pt x="6387051" y="1728671"/>
                </a:cubicBezTo>
                <a:cubicBezTo>
                  <a:pt x="6279354" y="1774129"/>
                  <a:pt x="5980536" y="1705937"/>
                  <a:pt x="5728643" y="1728671"/>
                </a:cubicBezTo>
                <a:cubicBezTo>
                  <a:pt x="5476750" y="1751405"/>
                  <a:pt x="5448806" y="1705328"/>
                  <a:pt x="5312807" y="1728671"/>
                </a:cubicBezTo>
                <a:cubicBezTo>
                  <a:pt x="5176808" y="1752014"/>
                  <a:pt x="5110091" y="1693029"/>
                  <a:pt x="4977827" y="1728671"/>
                </a:cubicBezTo>
                <a:cubicBezTo>
                  <a:pt x="4845563" y="1764313"/>
                  <a:pt x="4647642" y="1684712"/>
                  <a:pt x="4319420" y="1728671"/>
                </a:cubicBezTo>
                <a:cubicBezTo>
                  <a:pt x="3991198" y="1772630"/>
                  <a:pt x="3903175" y="1681953"/>
                  <a:pt x="3741870" y="1728671"/>
                </a:cubicBezTo>
                <a:cubicBezTo>
                  <a:pt x="3580565" y="1775389"/>
                  <a:pt x="3399594" y="1681018"/>
                  <a:pt x="3245176" y="1728671"/>
                </a:cubicBezTo>
                <a:cubicBezTo>
                  <a:pt x="3090758" y="1776324"/>
                  <a:pt x="2978589" y="1701438"/>
                  <a:pt x="2748483" y="1728671"/>
                </a:cubicBezTo>
                <a:cubicBezTo>
                  <a:pt x="2518377" y="1755904"/>
                  <a:pt x="2559724" y="1699348"/>
                  <a:pt x="2413504" y="1728671"/>
                </a:cubicBezTo>
                <a:cubicBezTo>
                  <a:pt x="2267284" y="1757994"/>
                  <a:pt x="2073149" y="1707960"/>
                  <a:pt x="1755096" y="1728671"/>
                </a:cubicBezTo>
                <a:cubicBezTo>
                  <a:pt x="1437043" y="1749382"/>
                  <a:pt x="1381662" y="1710185"/>
                  <a:pt x="1177546" y="1728671"/>
                </a:cubicBezTo>
                <a:cubicBezTo>
                  <a:pt x="973430" y="1747157"/>
                  <a:pt x="974095" y="1693123"/>
                  <a:pt x="842566" y="1728671"/>
                </a:cubicBezTo>
                <a:cubicBezTo>
                  <a:pt x="711037" y="1764219"/>
                  <a:pt x="435188" y="1688237"/>
                  <a:pt x="288118" y="1728671"/>
                </a:cubicBezTo>
                <a:cubicBezTo>
                  <a:pt x="121195" y="1767289"/>
                  <a:pt x="19023" y="1619711"/>
                  <a:pt x="0" y="1440553"/>
                </a:cubicBezTo>
                <a:cubicBezTo>
                  <a:pt x="-57307" y="1252169"/>
                  <a:pt x="51557" y="997018"/>
                  <a:pt x="0" y="864336"/>
                </a:cubicBezTo>
                <a:cubicBezTo>
                  <a:pt x="-51557" y="731654"/>
                  <a:pt x="68144" y="540475"/>
                  <a:pt x="0" y="288118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52497686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9" name="Rechthoek: afgeronde hoeken 18">
            <a:extLst>
              <a:ext uri="{FF2B5EF4-FFF2-40B4-BE49-F238E27FC236}">
                <a16:creationId xmlns:a16="http://schemas.microsoft.com/office/drawing/2014/main" id="{D87AF978-8D7D-B666-C747-53D3A080FE12}"/>
              </a:ext>
            </a:extLst>
          </p:cNvPr>
          <p:cNvSpPr/>
          <p:nvPr/>
        </p:nvSpPr>
        <p:spPr>
          <a:xfrm>
            <a:off x="3401595" y="2793424"/>
            <a:ext cx="7176349" cy="806712"/>
          </a:xfrm>
          <a:custGeom>
            <a:avLst/>
            <a:gdLst>
              <a:gd name="connsiteX0" fmla="*/ 0 w 7176349"/>
              <a:gd name="connsiteY0" fmla="*/ 134455 h 806712"/>
              <a:gd name="connsiteX1" fmla="*/ 134455 w 7176349"/>
              <a:gd name="connsiteY1" fmla="*/ 0 h 806712"/>
              <a:gd name="connsiteX2" fmla="*/ 779149 w 7176349"/>
              <a:gd name="connsiteY2" fmla="*/ 0 h 806712"/>
              <a:gd name="connsiteX3" fmla="*/ 1285695 w 7176349"/>
              <a:gd name="connsiteY3" fmla="*/ 0 h 806712"/>
              <a:gd name="connsiteX4" fmla="*/ 1861315 w 7176349"/>
              <a:gd name="connsiteY4" fmla="*/ 0 h 806712"/>
              <a:gd name="connsiteX5" fmla="*/ 2367860 w 7176349"/>
              <a:gd name="connsiteY5" fmla="*/ 0 h 806712"/>
              <a:gd name="connsiteX6" fmla="*/ 2805331 w 7176349"/>
              <a:gd name="connsiteY6" fmla="*/ 0 h 806712"/>
              <a:gd name="connsiteX7" fmla="*/ 3380951 w 7176349"/>
              <a:gd name="connsiteY7" fmla="*/ 0 h 806712"/>
              <a:gd name="connsiteX8" fmla="*/ 3749348 w 7176349"/>
              <a:gd name="connsiteY8" fmla="*/ 0 h 806712"/>
              <a:gd name="connsiteX9" fmla="*/ 4255894 w 7176349"/>
              <a:gd name="connsiteY9" fmla="*/ 0 h 806712"/>
              <a:gd name="connsiteX10" fmla="*/ 4624290 w 7176349"/>
              <a:gd name="connsiteY10" fmla="*/ 0 h 806712"/>
              <a:gd name="connsiteX11" fmla="*/ 5338059 w 7176349"/>
              <a:gd name="connsiteY11" fmla="*/ 0 h 806712"/>
              <a:gd name="connsiteX12" fmla="*/ 5913679 w 7176349"/>
              <a:gd name="connsiteY12" fmla="*/ 0 h 806712"/>
              <a:gd name="connsiteX13" fmla="*/ 6351150 w 7176349"/>
              <a:gd name="connsiteY13" fmla="*/ 0 h 806712"/>
              <a:gd name="connsiteX14" fmla="*/ 7041894 w 7176349"/>
              <a:gd name="connsiteY14" fmla="*/ 0 h 806712"/>
              <a:gd name="connsiteX15" fmla="*/ 7176349 w 7176349"/>
              <a:gd name="connsiteY15" fmla="*/ 134455 h 806712"/>
              <a:gd name="connsiteX16" fmla="*/ 7176349 w 7176349"/>
              <a:gd name="connsiteY16" fmla="*/ 672257 h 806712"/>
              <a:gd name="connsiteX17" fmla="*/ 7041894 w 7176349"/>
              <a:gd name="connsiteY17" fmla="*/ 806712 h 806712"/>
              <a:gd name="connsiteX18" fmla="*/ 6397200 w 7176349"/>
              <a:gd name="connsiteY18" fmla="*/ 806712 h 806712"/>
              <a:gd name="connsiteX19" fmla="*/ 6028803 w 7176349"/>
              <a:gd name="connsiteY19" fmla="*/ 806712 h 806712"/>
              <a:gd name="connsiteX20" fmla="*/ 5315034 w 7176349"/>
              <a:gd name="connsiteY20" fmla="*/ 806712 h 806712"/>
              <a:gd name="connsiteX21" fmla="*/ 4808489 w 7176349"/>
              <a:gd name="connsiteY21" fmla="*/ 806712 h 806712"/>
              <a:gd name="connsiteX22" fmla="*/ 4371018 w 7176349"/>
              <a:gd name="connsiteY22" fmla="*/ 806712 h 806712"/>
              <a:gd name="connsiteX23" fmla="*/ 4002621 w 7176349"/>
              <a:gd name="connsiteY23" fmla="*/ 806712 h 806712"/>
              <a:gd name="connsiteX24" fmla="*/ 3288852 w 7176349"/>
              <a:gd name="connsiteY24" fmla="*/ 806712 h 806712"/>
              <a:gd name="connsiteX25" fmla="*/ 2782307 w 7176349"/>
              <a:gd name="connsiteY25" fmla="*/ 806712 h 806712"/>
              <a:gd name="connsiteX26" fmla="*/ 2137612 w 7176349"/>
              <a:gd name="connsiteY26" fmla="*/ 806712 h 806712"/>
              <a:gd name="connsiteX27" fmla="*/ 1700141 w 7176349"/>
              <a:gd name="connsiteY27" fmla="*/ 806712 h 806712"/>
              <a:gd name="connsiteX28" fmla="*/ 1331744 w 7176349"/>
              <a:gd name="connsiteY28" fmla="*/ 806712 h 806712"/>
              <a:gd name="connsiteX29" fmla="*/ 687050 w 7176349"/>
              <a:gd name="connsiteY29" fmla="*/ 806712 h 806712"/>
              <a:gd name="connsiteX30" fmla="*/ 134455 w 7176349"/>
              <a:gd name="connsiteY30" fmla="*/ 806712 h 806712"/>
              <a:gd name="connsiteX31" fmla="*/ 0 w 7176349"/>
              <a:gd name="connsiteY31" fmla="*/ 672257 h 806712"/>
              <a:gd name="connsiteX32" fmla="*/ 0 w 7176349"/>
              <a:gd name="connsiteY32" fmla="*/ 134455 h 80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176349" h="806712" extrusionOk="0">
                <a:moveTo>
                  <a:pt x="0" y="134455"/>
                </a:moveTo>
                <a:cubicBezTo>
                  <a:pt x="-4131" y="52322"/>
                  <a:pt x="58402" y="-21501"/>
                  <a:pt x="134455" y="0"/>
                </a:cubicBezTo>
                <a:cubicBezTo>
                  <a:pt x="456690" y="-59715"/>
                  <a:pt x="589477" y="129"/>
                  <a:pt x="779149" y="0"/>
                </a:cubicBezTo>
                <a:cubicBezTo>
                  <a:pt x="968821" y="-129"/>
                  <a:pt x="1166152" y="59091"/>
                  <a:pt x="1285695" y="0"/>
                </a:cubicBezTo>
                <a:cubicBezTo>
                  <a:pt x="1405238" y="-59091"/>
                  <a:pt x="1606278" y="13573"/>
                  <a:pt x="1861315" y="0"/>
                </a:cubicBezTo>
                <a:cubicBezTo>
                  <a:pt x="2116352" y="-13573"/>
                  <a:pt x="2251566" y="44840"/>
                  <a:pt x="2367860" y="0"/>
                </a:cubicBezTo>
                <a:cubicBezTo>
                  <a:pt x="2484155" y="-44840"/>
                  <a:pt x="2607712" y="26747"/>
                  <a:pt x="2805331" y="0"/>
                </a:cubicBezTo>
                <a:cubicBezTo>
                  <a:pt x="3002950" y="-26747"/>
                  <a:pt x="3153678" y="62947"/>
                  <a:pt x="3380951" y="0"/>
                </a:cubicBezTo>
                <a:cubicBezTo>
                  <a:pt x="3608224" y="-62947"/>
                  <a:pt x="3597038" y="39702"/>
                  <a:pt x="3749348" y="0"/>
                </a:cubicBezTo>
                <a:cubicBezTo>
                  <a:pt x="3901658" y="-39702"/>
                  <a:pt x="4080487" y="37241"/>
                  <a:pt x="4255894" y="0"/>
                </a:cubicBezTo>
                <a:cubicBezTo>
                  <a:pt x="4431301" y="-37241"/>
                  <a:pt x="4517697" y="41300"/>
                  <a:pt x="4624290" y="0"/>
                </a:cubicBezTo>
                <a:cubicBezTo>
                  <a:pt x="4730883" y="-41300"/>
                  <a:pt x="5187058" y="28337"/>
                  <a:pt x="5338059" y="0"/>
                </a:cubicBezTo>
                <a:cubicBezTo>
                  <a:pt x="5489060" y="-28337"/>
                  <a:pt x="5644651" y="12906"/>
                  <a:pt x="5913679" y="0"/>
                </a:cubicBezTo>
                <a:cubicBezTo>
                  <a:pt x="6182707" y="-12906"/>
                  <a:pt x="6176814" y="42671"/>
                  <a:pt x="6351150" y="0"/>
                </a:cubicBezTo>
                <a:cubicBezTo>
                  <a:pt x="6525486" y="-42671"/>
                  <a:pt x="6712097" y="7402"/>
                  <a:pt x="7041894" y="0"/>
                </a:cubicBezTo>
                <a:cubicBezTo>
                  <a:pt x="7118735" y="-2754"/>
                  <a:pt x="7163327" y="58490"/>
                  <a:pt x="7176349" y="134455"/>
                </a:cubicBezTo>
                <a:cubicBezTo>
                  <a:pt x="7216199" y="295610"/>
                  <a:pt x="7144413" y="467237"/>
                  <a:pt x="7176349" y="672257"/>
                </a:cubicBezTo>
                <a:cubicBezTo>
                  <a:pt x="7180304" y="740327"/>
                  <a:pt x="7114007" y="813213"/>
                  <a:pt x="7041894" y="806712"/>
                </a:cubicBezTo>
                <a:cubicBezTo>
                  <a:pt x="6751669" y="854667"/>
                  <a:pt x="6640671" y="793242"/>
                  <a:pt x="6397200" y="806712"/>
                </a:cubicBezTo>
                <a:cubicBezTo>
                  <a:pt x="6153729" y="820182"/>
                  <a:pt x="6105253" y="802316"/>
                  <a:pt x="6028803" y="806712"/>
                </a:cubicBezTo>
                <a:cubicBezTo>
                  <a:pt x="5952353" y="811108"/>
                  <a:pt x="5522587" y="794099"/>
                  <a:pt x="5315034" y="806712"/>
                </a:cubicBezTo>
                <a:cubicBezTo>
                  <a:pt x="5107481" y="819325"/>
                  <a:pt x="5021737" y="775287"/>
                  <a:pt x="4808489" y="806712"/>
                </a:cubicBezTo>
                <a:cubicBezTo>
                  <a:pt x="4595241" y="838137"/>
                  <a:pt x="4556286" y="787213"/>
                  <a:pt x="4371018" y="806712"/>
                </a:cubicBezTo>
                <a:cubicBezTo>
                  <a:pt x="4185750" y="826211"/>
                  <a:pt x="4091609" y="796178"/>
                  <a:pt x="4002621" y="806712"/>
                </a:cubicBezTo>
                <a:cubicBezTo>
                  <a:pt x="3913633" y="817246"/>
                  <a:pt x="3588492" y="746658"/>
                  <a:pt x="3288852" y="806712"/>
                </a:cubicBezTo>
                <a:cubicBezTo>
                  <a:pt x="2989212" y="866766"/>
                  <a:pt x="2972897" y="792915"/>
                  <a:pt x="2782307" y="806712"/>
                </a:cubicBezTo>
                <a:cubicBezTo>
                  <a:pt x="2591718" y="820509"/>
                  <a:pt x="2277429" y="737356"/>
                  <a:pt x="2137612" y="806712"/>
                </a:cubicBezTo>
                <a:cubicBezTo>
                  <a:pt x="1997795" y="876068"/>
                  <a:pt x="1847663" y="786657"/>
                  <a:pt x="1700141" y="806712"/>
                </a:cubicBezTo>
                <a:cubicBezTo>
                  <a:pt x="1552619" y="826767"/>
                  <a:pt x="1412117" y="799991"/>
                  <a:pt x="1331744" y="806712"/>
                </a:cubicBezTo>
                <a:cubicBezTo>
                  <a:pt x="1251371" y="813433"/>
                  <a:pt x="984270" y="736134"/>
                  <a:pt x="687050" y="806712"/>
                </a:cubicBezTo>
                <a:cubicBezTo>
                  <a:pt x="389830" y="877290"/>
                  <a:pt x="275311" y="803121"/>
                  <a:pt x="134455" y="806712"/>
                </a:cubicBezTo>
                <a:cubicBezTo>
                  <a:pt x="46606" y="791112"/>
                  <a:pt x="-10297" y="730408"/>
                  <a:pt x="0" y="672257"/>
                </a:cubicBezTo>
                <a:cubicBezTo>
                  <a:pt x="-30717" y="556259"/>
                  <a:pt x="64500" y="284597"/>
                  <a:pt x="0" y="134455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52497686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0" name="Rechthoek: afgeronde hoeken 19">
            <a:extLst>
              <a:ext uri="{FF2B5EF4-FFF2-40B4-BE49-F238E27FC236}">
                <a16:creationId xmlns:a16="http://schemas.microsoft.com/office/drawing/2014/main" id="{3E93CCDF-3BC4-E797-8B00-E8FB546D0947}"/>
              </a:ext>
            </a:extLst>
          </p:cNvPr>
          <p:cNvSpPr/>
          <p:nvPr/>
        </p:nvSpPr>
        <p:spPr>
          <a:xfrm>
            <a:off x="3450086" y="3704362"/>
            <a:ext cx="2645914" cy="711774"/>
          </a:xfrm>
          <a:custGeom>
            <a:avLst/>
            <a:gdLst>
              <a:gd name="connsiteX0" fmla="*/ 0 w 2645914"/>
              <a:gd name="connsiteY0" fmla="*/ 118631 h 711774"/>
              <a:gd name="connsiteX1" fmla="*/ 118631 w 2645914"/>
              <a:gd name="connsiteY1" fmla="*/ 0 h 711774"/>
              <a:gd name="connsiteX2" fmla="*/ 624448 w 2645914"/>
              <a:gd name="connsiteY2" fmla="*/ 0 h 711774"/>
              <a:gd name="connsiteX3" fmla="*/ 1082092 w 2645914"/>
              <a:gd name="connsiteY3" fmla="*/ 0 h 711774"/>
              <a:gd name="connsiteX4" fmla="*/ 1563822 w 2645914"/>
              <a:gd name="connsiteY4" fmla="*/ 0 h 711774"/>
              <a:gd name="connsiteX5" fmla="*/ 2021466 w 2645914"/>
              <a:gd name="connsiteY5" fmla="*/ 0 h 711774"/>
              <a:gd name="connsiteX6" fmla="*/ 2527283 w 2645914"/>
              <a:gd name="connsiteY6" fmla="*/ 0 h 711774"/>
              <a:gd name="connsiteX7" fmla="*/ 2645914 w 2645914"/>
              <a:gd name="connsiteY7" fmla="*/ 118631 h 711774"/>
              <a:gd name="connsiteX8" fmla="*/ 2645914 w 2645914"/>
              <a:gd name="connsiteY8" fmla="*/ 593143 h 711774"/>
              <a:gd name="connsiteX9" fmla="*/ 2527283 w 2645914"/>
              <a:gd name="connsiteY9" fmla="*/ 711774 h 711774"/>
              <a:gd name="connsiteX10" fmla="*/ 2093726 w 2645914"/>
              <a:gd name="connsiteY10" fmla="*/ 711774 h 711774"/>
              <a:gd name="connsiteX11" fmla="*/ 1660168 w 2645914"/>
              <a:gd name="connsiteY11" fmla="*/ 711774 h 711774"/>
              <a:gd name="connsiteX12" fmla="*/ 1226611 w 2645914"/>
              <a:gd name="connsiteY12" fmla="*/ 711774 h 711774"/>
              <a:gd name="connsiteX13" fmla="*/ 768967 w 2645914"/>
              <a:gd name="connsiteY13" fmla="*/ 711774 h 711774"/>
              <a:gd name="connsiteX14" fmla="*/ 118631 w 2645914"/>
              <a:gd name="connsiteY14" fmla="*/ 711774 h 711774"/>
              <a:gd name="connsiteX15" fmla="*/ 0 w 2645914"/>
              <a:gd name="connsiteY15" fmla="*/ 593143 h 711774"/>
              <a:gd name="connsiteX16" fmla="*/ 0 w 2645914"/>
              <a:gd name="connsiteY16" fmla="*/ 118631 h 71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45914" h="711774" extrusionOk="0">
                <a:moveTo>
                  <a:pt x="0" y="118631"/>
                </a:moveTo>
                <a:cubicBezTo>
                  <a:pt x="-7402" y="39001"/>
                  <a:pt x="52226" y="-10620"/>
                  <a:pt x="118631" y="0"/>
                </a:cubicBezTo>
                <a:cubicBezTo>
                  <a:pt x="323295" y="-28765"/>
                  <a:pt x="459358" y="19209"/>
                  <a:pt x="624448" y="0"/>
                </a:cubicBezTo>
                <a:cubicBezTo>
                  <a:pt x="789538" y="-19209"/>
                  <a:pt x="923869" y="15105"/>
                  <a:pt x="1082092" y="0"/>
                </a:cubicBezTo>
                <a:cubicBezTo>
                  <a:pt x="1240315" y="-15105"/>
                  <a:pt x="1460915" y="5278"/>
                  <a:pt x="1563822" y="0"/>
                </a:cubicBezTo>
                <a:cubicBezTo>
                  <a:pt x="1666729" y="-5278"/>
                  <a:pt x="1826620" y="5154"/>
                  <a:pt x="2021466" y="0"/>
                </a:cubicBezTo>
                <a:cubicBezTo>
                  <a:pt x="2216312" y="-5154"/>
                  <a:pt x="2394966" y="33844"/>
                  <a:pt x="2527283" y="0"/>
                </a:cubicBezTo>
                <a:cubicBezTo>
                  <a:pt x="2584493" y="7058"/>
                  <a:pt x="2648524" y="65451"/>
                  <a:pt x="2645914" y="118631"/>
                </a:cubicBezTo>
                <a:cubicBezTo>
                  <a:pt x="2674980" y="306490"/>
                  <a:pt x="2611053" y="457975"/>
                  <a:pt x="2645914" y="593143"/>
                </a:cubicBezTo>
                <a:cubicBezTo>
                  <a:pt x="2632088" y="663536"/>
                  <a:pt x="2602775" y="703525"/>
                  <a:pt x="2527283" y="711774"/>
                </a:cubicBezTo>
                <a:cubicBezTo>
                  <a:pt x="2319827" y="746746"/>
                  <a:pt x="2286686" y="662479"/>
                  <a:pt x="2093726" y="711774"/>
                </a:cubicBezTo>
                <a:cubicBezTo>
                  <a:pt x="1900766" y="761069"/>
                  <a:pt x="1817991" y="679983"/>
                  <a:pt x="1660168" y="711774"/>
                </a:cubicBezTo>
                <a:cubicBezTo>
                  <a:pt x="1502345" y="743565"/>
                  <a:pt x="1394639" y="668560"/>
                  <a:pt x="1226611" y="711774"/>
                </a:cubicBezTo>
                <a:cubicBezTo>
                  <a:pt x="1058583" y="754988"/>
                  <a:pt x="905379" y="660231"/>
                  <a:pt x="768967" y="711774"/>
                </a:cubicBezTo>
                <a:cubicBezTo>
                  <a:pt x="632555" y="763317"/>
                  <a:pt x="381450" y="644192"/>
                  <a:pt x="118631" y="711774"/>
                </a:cubicBezTo>
                <a:cubicBezTo>
                  <a:pt x="60498" y="722121"/>
                  <a:pt x="-1936" y="660996"/>
                  <a:pt x="0" y="593143"/>
                </a:cubicBezTo>
                <a:cubicBezTo>
                  <a:pt x="-13728" y="464922"/>
                  <a:pt x="46633" y="343089"/>
                  <a:pt x="0" y="118631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52497686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1" name="Rechthoek: afgeronde hoeken 20">
            <a:extLst>
              <a:ext uri="{FF2B5EF4-FFF2-40B4-BE49-F238E27FC236}">
                <a16:creationId xmlns:a16="http://schemas.microsoft.com/office/drawing/2014/main" id="{D065F1ED-0003-3B67-278E-C4E0AD5D7C18}"/>
              </a:ext>
            </a:extLst>
          </p:cNvPr>
          <p:cNvSpPr/>
          <p:nvPr/>
        </p:nvSpPr>
        <p:spPr>
          <a:xfrm>
            <a:off x="3449781" y="4504842"/>
            <a:ext cx="8544179" cy="1371112"/>
          </a:xfrm>
          <a:custGeom>
            <a:avLst/>
            <a:gdLst>
              <a:gd name="connsiteX0" fmla="*/ 0 w 8544179"/>
              <a:gd name="connsiteY0" fmla="*/ 228523 h 1371112"/>
              <a:gd name="connsiteX1" fmla="*/ 228523 w 8544179"/>
              <a:gd name="connsiteY1" fmla="*/ 0 h 1371112"/>
              <a:gd name="connsiteX2" fmla="*/ 887047 w 8544179"/>
              <a:gd name="connsiteY2" fmla="*/ 0 h 1371112"/>
              <a:gd name="connsiteX3" fmla="*/ 1383828 w 8544179"/>
              <a:gd name="connsiteY3" fmla="*/ 0 h 1371112"/>
              <a:gd name="connsiteX4" fmla="*/ 1961480 w 8544179"/>
              <a:gd name="connsiteY4" fmla="*/ 0 h 1371112"/>
              <a:gd name="connsiteX5" fmla="*/ 2458261 w 8544179"/>
              <a:gd name="connsiteY5" fmla="*/ 0 h 1371112"/>
              <a:gd name="connsiteX6" fmla="*/ 2874171 w 8544179"/>
              <a:gd name="connsiteY6" fmla="*/ 0 h 1371112"/>
              <a:gd name="connsiteX7" fmla="*/ 3451823 w 8544179"/>
              <a:gd name="connsiteY7" fmla="*/ 0 h 1371112"/>
              <a:gd name="connsiteX8" fmla="*/ 3786862 w 8544179"/>
              <a:gd name="connsiteY8" fmla="*/ 0 h 1371112"/>
              <a:gd name="connsiteX9" fmla="*/ 4283643 w 8544179"/>
              <a:gd name="connsiteY9" fmla="*/ 0 h 1371112"/>
              <a:gd name="connsiteX10" fmla="*/ 4618681 w 8544179"/>
              <a:gd name="connsiteY10" fmla="*/ 0 h 1371112"/>
              <a:gd name="connsiteX11" fmla="*/ 5358076 w 8544179"/>
              <a:gd name="connsiteY11" fmla="*/ 0 h 1371112"/>
              <a:gd name="connsiteX12" fmla="*/ 5935728 w 8544179"/>
              <a:gd name="connsiteY12" fmla="*/ 0 h 1371112"/>
              <a:gd name="connsiteX13" fmla="*/ 6351638 w 8544179"/>
              <a:gd name="connsiteY13" fmla="*/ 0 h 1371112"/>
              <a:gd name="connsiteX14" fmla="*/ 6767548 w 8544179"/>
              <a:gd name="connsiteY14" fmla="*/ 0 h 1371112"/>
              <a:gd name="connsiteX15" fmla="*/ 7264329 w 8544179"/>
              <a:gd name="connsiteY15" fmla="*/ 0 h 1371112"/>
              <a:gd name="connsiteX16" fmla="*/ 7599367 w 8544179"/>
              <a:gd name="connsiteY16" fmla="*/ 0 h 1371112"/>
              <a:gd name="connsiteX17" fmla="*/ 8315656 w 8544179"/>
              <a:gd name="connsiteY17" fmla="*/ 0 h 1371112"/>
              <a:gd name="connsiteX18" fmla="*/ 8544179 w 8544179"/>
              <a:gd name="connsiteY18" fmla="*/ 228523 h 1371112"/>
              <a:gd name="connsiteX19" fmla="*/ 8544179 w 8544179"/>
              <a:gd name="connsiteY19" fmla="*/ 694697 h 1371112"/>
              <a:gd name="connsiteX20" fmla="*/ 8544179 w 8544179"/>
              <a:gd name="connsiteY20" fmla="*/ 1142589 h 1371112"/>
              <a:gd name="connsiteX21" fmla="*/ 8315656 w 8544179"/>
              <a:gd name="connsiteY21" fmla="*/ 1371112 h 1371112"/>
              <a:gd name="connsiteX22" fmla="*/ 7899746 w 8544179"/>
              <a:gd name="connsiteY22" fmla="*/ 1371112 h 1371112"/>
              <a:gd name="connsiteX23" fmla="*/ 7564708 w 8544179"/>
              <a:gd name="connsiteY23" fmla="*/ 1371112 h 1371112"/>
              <a:gd name="connsiteX24" fmla="*/ 6825313 w 8544179"/>
              <a:gd name="connsiteY24" fmla="*/ 1371112 h 1371112"/>
              <a:gd name="connsiteX25" fmla="*/ 6328532 w 8544179"/>
              <a:gd name="connsiteY25" fmla="*/ 1371112 h 1371112"/>
              <a:gd name="connsiteX26" fmla="*/ 5670008 w 8544179"/>
              <a:gd name="connsiteY26" fmla="*/ 1371112 h 1371112"/>
              <a:gd name="connsiteX27" fmla="*/ 5254099 w 8544179"/>
              <a:gd name="connsiteY27" fmla="*/ 1371112 h 1371112"/>
              <a:gd name="connsiteX28" fmla="*/ 4919060 w 8544179"/>
              <a:gd name="connsiteY28" fmla="*/ 1371112 h 1371112"/>
              <a:gd name="connsiteX29" fmla="*/ 4260536 w 8544179"/>
              <a:gd name="connsiteY29" fmla="*/ 1371112 h 1371112"/>
              <a:gd name="connsiteX30" fmla="*/ 3682884 w 8544179"/>
              <a:gd name="connsiteY30" fmla="*/ 1371112 h 1371112"/>
              <a:gd name="connsiteX31" fmla="*/ 3186103 w 8544179"/>
              <a:gd name="connsiteY31" fmla="*/ 1371112 h 1371112"/>
              <a:gd name="connsiteX32" fmla="*/ 2689322 w 8544179"/>
              <a:gd name="connsiteY32" fmla="*/ 1371112 h 1371112"/>
              <a:gd name="connsiteX33" fmla="*/ 2354284 w 8544179"/>
              <a:gd name="connsiteY33" fmla="*/ 1371112 h 1371112"/>
              <a:gd name="connsiteX34" fmla="*/ 1695760 w 8544179"/>
              <a:gd name="connsiteY34" fmla="*/ 1371112 h 1371112"/>
              <a:gd name="connsiteX35" fmla="*/ 1118108 w 8544179"/>
              <a:gd name="connsiteY35" fmla="*/ 1371112 h 1371112"/>
              <a:gd name="connsiteX36" fmla="*/ 783069 w 8544179"/>
              <a:gd name="connsiteY36" fmla="*/ 1371112 h 1371112"/>
              <a:gd name="connsiteX37" fmla="*/ 228523 w 8544179"/>
              <a:gd name="connsiteY37" fmla="*/ 1371112 h 1371112"/>
              <a:gd name="connsiteX38" fmla="*/ 0 w 8544179"/>
              <a:gd name="connsiteY38" fmla="*/ 1142589 h 1371112"/>
              <a:gd name="connsiteX39" fmla="*/ 0 w 8544179"/>
              <a:gd name="connsiteY39" fmla="*/ 685556 h 1371112"/>
              <a:gd name="connsiteX40" fmla="*/ 0 w 8544179"/>
              <a:gd name="connsiteY40" fmla="*/ 228523 h 1371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8544179" h="1371112" extrusionOk="0">
                <a:moveTo>
                  <a:pt x="0" y="228523"/>
                </a:moveTo>
                <a:cubicBezTo>
                  <a:pt x="-3444" y="95747"/>
                  <a:pt x="100041" y="-27191"/>
                  <a:pt x="228523" y="0"/>
                </a:cubicBezTo>
                <a:cubicBezTo>
                  <a:pt x="503214" y="-24394"/>
                  <a:pt x="695147" y="11527"/>
                  <a:pt x="887047" y="0"/>
                </a:cubicBezTo>
                <a:cubicBezTo>
                  <a:pt x="1078947" y="-11527"/>
                  <a:pt x="1228293" y="49423"/>
                  <a:pt x="1383828" y="0"/>
                </a:cubicBezTo>
                <a:cubicBezTo>
                  <a:pt x="1539363" y="-49423"/>
                  <a:pt x="1832837" y="63514"/>
                  <a:pt x="1961480" y="0"/>
                </a:cubicBezTo>
                <a:cubicBezTo>
                  <a:pt x="2090123" y="-63514"/>
                  <a:pt x="2351411" y="43762"/>
                  <a:pt x="2458261" y="0"/>
                </a:cubicBezTo>
                <a:cubicBezTo>
                  <a:pt x="2565111" y="-43762"/>
                  <a:pt x="2667830" y="2838"/>
                  <a:pt x="2874171" y="0"/>
                </a:cubicBezTo>
                <a:cubicBezTo>
                  <a:pt x="3080512" y="-2838"/>
                  <a:pt x="3213400" y="38628"/>
                  <a:pt x="3451823" y="0"/>
                </a:cubicBezTo>
                <a:cubicBezTo>
                  <a:pt x="3690246" y="-38628"/>
                  <a:pt x="3622699" y="32243"/>
                  <a:pt x="3786862" y="0"/>
                </a:cubicBezTo>
                <a:cubicBezTo>
                  <a:pt x="3951025" y="-32243"/>
                  <a:pt x="4043646" y="44199"/>
                  <a:pt x="4283643" y="0"/>
                </a:cubicBezTo>
                <a:cubicBezTo>
                  <a:pt x="4523640" y="-44199"/>
                  <a:pt x="4501152" y="23061"/>
                  <a:pt x="4618681" y="0"/>
                </a:cubicBezTo>
                <a:cubicBezTo>
                  <a:pt x="4736210" y="-23061"/>
                  <a:pt x="5070058" y="34643"/>
                  <a:pt x="5358076" y="0"/>
                </a:cubicBezTo>
                <a:cubicBezTo>
                  <a:pt x="5646094" y="-34643"/>
                  <a:pt x="5699627" y="4662"/>
                  <a:pt x="5935728" y="0"/>
                </a:cubicBezTo>
                <a:cubicBezTo>
                  <a:pt x="6171829" y="-4662"/>
                  <a:pt x="6204377" y="5238"/>
                  <a:pt x="6351638" y="0"/>
                </a:cubicBezTo>
                <a:cubicBezTo>
                  <a:pt x="6498899" y="-5238"/>
                  <a:pt x="6585676" y="48842"/>
                  <a:pt x="6767548" y="0"/>
                </a:cubicBezTo>
                <a:cubicBezTo>
                  <a:pt x="6949420" y="-48842"/>
                  <a:pt x="7096656" y="2793"/>
                  <a:pt x="7264329" y="0"/>
                </a:cubicBezTo>
                <a:cubicBezTo>
                  <a:pt x="7432002" y="-2793"/>
                  <a:pt x="7498146" y="10158"/>
                  <a:pt x="7599367" y="0"/>
                </a:cubicBezTo>
                <a:cubicBezTo>
                  <a:pt x="7700588" y="-10158"/>
                  <a:pt x="8001740" y="42803"/>
                  <a:pt x="8315656" y="0"/>
                </a:cubicBezTo>
                <a:cubicBezTo>
                  <a:pt x="8452048" y="-15929"/>
                  <a:pt x="8533915" y="133434"/>
                  <a:pt x="8544179" y="228523"/>
                </a:cubicBezTo>
                <a:cubicBezTo>
                  <a:pt x="8595219" y="418207"/>
                  <a:pt x="8492443" y="523896"/>
                  <a:pt x="8544179" y="694697"/>
                </a:cubicBezTo>
                <a:cubicBezTo>
                  <a:pt x="8595915" y="865498"/>
                  <a:pt x="8495588" y="1012533"/>
                  <a:pt x="8544179" y="1142589"/>
                </a:cubicBezTo>
                <a:cubicBezTo>
                  <a:pt x="8534416" y="1281706"/>
                  <a:pt x="8439498" y="1366765"/>
                  <a:pt x="8315656" y="1371112"/>
                </a:cubicBezTo>
                <a:cubicBezTo>
                  <a:pt x="8180746" y="1374920"/>
                  <a:pt x="8026980" y="1363394"/>
                  <a:pt x="7899746" y="1371112"/>
                </a:cubicBezTo>
                <a:cubicBezTo>
                  <a:pt x="7772512" y="1378830"/>
                  <a:pt x="7673766" y="1365157"/>
                  <a:pt x="7564708" y="1371112"/>
                </a:cubicBezTo>
                <a:cubicBezTo>
                  <a:pt x="7455650" y="1377067"/>
                  <a:pt x="6997821" y="1368597"/>
                  <a:pt x="6825313" y="1371112"/>
                </a:cubicBezTo>
                <a:cubicBezTo>
                  <a:pt x="6652806" y="1373627"/>
                  <a:pt x="6507553" y="1369051"/>
                  <a:pt x="6328532" y="1371112"/>
                </a:cubicBezTo>
                <a:cubicBezTo>
                  <a:pt x="6149511" y="1373173"/>
                  <a:pt x="5979696" y="1297395"/>
                  <a:pt x="5670008" y="1371112"/>
                </a:cubicBezTo>
                <a:cubicBezTo>
                  <a:pt x="5360320" y="1444829"/>
                  <a:pt x="5402176" y="1352385"/>
                  <a:pt x="5254099" y="1371112"/>
                </a:cubicBezTo>
                <a:cubicBezTo>
                  <a:pt x="5106022" y="1389839"/>
                  <a:pt x="5069123" y="1338887"/>
                  <a:pt x="4919060" y="1371112"/>
                </a:cubicBezTo>
                <a:cubicBezTo>
                  <a:pt x="4768997" y="1403337"/>
                  <a:pt x="4498002" y="1359039"/>
                  <a:pt x="4260536" y="1371112"/>
                </a:cubicBezTo>
                <a:cubicBezTo>
                  <a:pt x="4023070" y="1383185"/>
                  <a:pt x="3934562" y="1306667"/>
                  <a:pt x="3682884" y="1371112"/>
                </a:cubicBezTo>
                <a:cubicBezTo>
                  <a:pt x="3431206" y="1435557"/>
                  <a:pt x="3378658" y="1332393"/>
                  <a:pt x="3186103" y="1371112"/>
                </a:cubicBezTo>
                <a:cubicBezTo>
                  <a:pt x="2993548" y="1409831"/>
                  <a:pt x="2810826" y="1319043"/>
                  <a:pt x="2689322" y="1371112"/>
                </a:cubicBezTo>
                <a:cubicBezTo>
                  <a:pt x="2567818" y="1423181"/>
                  <a:pt x="2425722" y="1359400"/>
                  <a:pt x="2354284" y="1371112"/>
                </a:cubicBezTo>
                <a:cubicBezTo>
                  <a:pt x="2282846" y="1382824"/>
                  <a:pt x="1969332" y="1323251"/>
                  <a:pt x="1695760" y="1371112"/>
                </a:cubicBezTo>
                <a:cubicBezTo>
                  <a:pt x="1422188" y="1418973"/>
                  <a:pt x="1286801" y="1360573"/>
                  <a:pt x="1118108" y="1371112"/>
                </a:cubicBezTo>
                <a:cubicBezTo>
                  <a:pt x="949415" y="1381651"/>
                  <a:pt x="914029" y="1365884"/>
                  <a:pt x="783069" y="1371112"/>
                </a:cubicBezTo>
                <a:cubicBezTo>
                  <a:pt x="652109" y="1376340"/>
                  <a:pt x="418723" y="1345436"/>
                  <a:pt x="228523" y="1371112"/>
                </a:cubicBezTo>
                <a:cubicBezTo>
                  <a:pt x="96074" y="1402001"/>
                  <a:pt x="19744" y="1289593"/>
                  <a:pt x="0" y="1142589"/>
                </a:cubicBezTo>
                <a:cubicBezTo>
                  <a:pt x="-26530" y="993976"/>
                  <a:pt x="12586" y="837841"/>
                  <a:pt x="0" y="685556"/>
                </a:cubicBezTo>
                <a:cubicBezTo>
                  <a:pt x="-12586" y="533271"/>
                  <a:pt x="51860" y="343053"/>
                  <a:pt x="0" y="228523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52497686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745D1CC-3C7E-4997-C0BC-D62CCE54A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76" y="511201"/>
            <a:ext cx="3526127" cy="2616464"/>
          </a:xfrm>
        </p:spPr>
        <p:txBody>
          <a:bodyPr/>
          <a:lstStyle/>
          <a:p>
            <a:pPr algn="ctr"/>
            <a:r>
              <a:rPr lang="nl-NL" sz="2000" dirty="0"/>
              <a:t>‘</a:t>
            </a:r>
            <a:r>
              <a:rPr lang="nl-NL" sz="2000" dirty="0" err="1"/>
              <a:t>brdr</a:t>
            </a:r>
            <a:r>
              <a:rPr lang="nl-NL" sz="2000" dirty="0"/>
              <a:t>’ </a:t>
            </a:r>
            <a:r>
              <a:rPr lang="nl-NL" sz="2000" dirty="0" err="1"/>
              <a:t>for</a:t>
            </a:r>
            <a:r>
              <a:rPr lang="nl-NL" sz="2000" dirty="0"/>
              <a:t> </a:t>
            </a:r>
            <a:r>
              <a:rPr lang="nl-NL" sz="2000" dirty="0" err="1"/>
              <a:t>geodata</a:t>
            </a:r>
            <a:r>
              <a:rPr lang="nl-NL" sz="2000" dirty="0"/>
              <a:t>-management</a:t>
            </a:r>
            <a:br>
              <a:rPr lang="nl-NL" sz="2000" dirty="0"/>
            </a:br>
            <a:r>
              <a:rPr lang="nl-NL" sz="2000" dirty="0" err="1"/>
              <a:t>Use</a:t>
            </a:r>
            <a:r>
              <a:rPr lang="nl-NL" sz="2000" dirty="0"/>
              <a:t> cases</a:t>
            </a:r>
            <a:endParaRPr lang="nl-BE" sz="2000" dirty="0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5EEF6251-7D45-ADD4-A5C6-450255390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/>
              <a:t>Implementation in business-processes, workflows and tooling </a:t>
            </a:r>
            <a:r>
              <a:rPr lang="en-US" sz="1600" b="0" dirty="0"/>
              <a:t>(</a:t>
            </a:r>
            <a:r>
              <a:rPr lang="en-US" sz="1600" b="0" dirty="0" err="1"/>
              <a:t>f.e</a:t>
            </a:r>
            <a:r>
              <a:rPr lang="en-US" sz="1600" b="0" dirty="0"/>
              <a:t> </a:t>
            </a:r>
            <a:r>
              <a:rPr lang="en-US" sz="1600" b="0" dirty="0" err="1"/>
              <a:t>brdrQ</a:t>
            </a:r>
            <a:r>
              <a:rPr lang="en-US" sz="1600" b="0" dirty="0"/>
              <a:t>) </a:t>
            </a:r>
          </a:p>
          <a:p>
            <a:pPr lvl="1"/>
            <a:r>
              <a:rPr lang="en-US" sz="1600" dirty="0"/>
              <a:t>Bulk geodata-alignment</a:t>
            </a:r>
          </a:p>
          <a:p>
            <a:pPr lvl="1"/>
            <a:r>
              <a:rPr lang="nl-BE" sz="1600" dirty="0"/>
              <a:t>Feature-</a:t>
            </a:r>
            <a:r>
              <a:rPr lang="nl-BE" sz="1600" dirty="0" err="1"/>
              <a:t>by</a:t>
            </a:r>
            <a:r>
              <a:rPr lang="nl-BE" sz="1600" dirty="0"/>
              <a:t>-feature </a:t>
            </a:r>
            <a:r>
              <a:rPr lang="nl-BE" sz="1600" dirty="0" err="1"/>
              <a:t>alignment</a:t>
            </a:r>
            <a:r>
              <a:rPr lang="nl-BE" sz="1600" dirty="0"/>
              <a:t>: </a:t>
            </a:r>
            <a:r>
              <a:rPr lang="nl-BE" sz="1600" dirty="0" err="1"/>
              <a:t>Predictions</a:t>
            </a:r>
            <a:endParaRPr lang="nl-BE" sz="1600" dirty="0"/>
          </a:p>
          <a:p>
            <a:pPr lvl="1"/>
            <a:r>
              <a:rPr lang="en-US" sz="1600" dirty="0"/>
              <a:t>Geodata-lifecycle-support:  Automatic actualizations to newer version of reference-data</a:t>
            </a:r>
            <a:endParaRPr lang="nl-BE" sz="1600" dirty="0"/>
          </a:p>
          <a:p>
            <a:r>
              <a:rPr lang="nl-BE" sz="1600" b="1" dirty="0" err="1"/>
              <a:t>Alignment</a:t>
            </a:r>
            <a:r>
              <a:rPr lang="nl-BE" sz="1600" b="1" dirty="0"/>
              <a:t> </a:t>
            </a:r>
            <a:r>
              <a:rPr lang="nl-BE" sz="1600" b="1" dirty="0" err="1"/>
              <a:t>after</a:t>
            </a:r>
            <a:r>
              <a:rPr lang="nl-BE" sz="1600" b="1" dirty="0"/>
              <a:t> </a:t>
            </a:r>
            <a:r>
              <a:rPr lang="nl-BE" sz="1600" b="1" dirty="0" err="1"/>
              <a:t>reprojection</a:t>
            </a:r>
            <a:r>
              <a:rPr lang="nl-BE" sz="1600" b="1" dirty="0"/>
              <a:t> </a:t>
            </a:r>
            <a:r>
              <a:rPr lang="nl-BE" sz="1600" dirty="0"/>
              <a:t>:</a:t>
            </a:r>
          </a:p>
          <a:p>
            <a:pPr lvl="1"/>
            <a:r>
              <a:rPr lang="nl-BE" sz="1600" dirty="0" err="1"/>
              <a:t>f.e</a:t>
            </a:r>
            <a:r>
              <a:rPr lang="nl-BE" sz="1600" dirty="0"/>
              <a:t>.  Lambert72 -&gt; Lambert2008</a:t>
            </a:r>
          </a:p>
          <a:p>
            <a:r>
              <a:rPr lang="en-US" sz="1600" dirty="0"/>
              <a:t>Data cleaning: </a:t>
            </a:r>
          </a:p>
          <a:p>
            <a:pPr lvl="1"/>
            <a:r>
              <a:rPr lang="en-US" sz="1600" dirty="0"/>
              <a:t>sliver-cleanup and validity</a:t>
            </a:r>
          </a:p>
          <a:p>
            <a:r>
              <a:rPr lang="en-US" sz="1600" dirty="0"/>
              <a:t>Version management:  </a:t>
            </a:r>
          </a:p>
          <a:p>
            <a:pPr lvl="1"/>
            <a:r>
              <a:rPr lang="en-US" sz="1600" dirty="0"/>
              <a:t>Visualize differences between versions of geodata</a:t>
            </a:r>
          </a:p>
          <a:p>
            <a:r>
              <a:rPr lang="en-US" sz="1600" dirty="0"/>
              <a:t>Research &amp; Data-Analysis: </a:t>
            </a:r>
          </a:p>
          <a:p>
            <a:pPr lvl="1"/>
            <a:r>
              <a:rPr lang="en-US" sz="1600" dirty="0"/>
              <a:t>Investigate the pattern in deviation and change between thematic and reference boundaries</a:t>
            </a:r>
          </a:p>
          <a:p>
            <a:r>
              <a:rPr lang="en-US" sz="1600" dirty="0"/>
              <a:t>…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8CF0CD-8CEB-0C45-7D31-C94CB2356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845"/>
            <a:ext cx="4178016" cy="20943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ECC37-943D-8A7D-FAFA-98E59A54A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is </a:t>
            </a:r>
            <a:r>
              <a:rPr lang="nl-NL" dirty="0" err="1"/>
              <a:t>brdrQ</a:t>
            </a:r>
            <a:r>
              <a:rPr lang="nl-NL" dirty="0"/>
              <a:t>?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9A06AE9-CA72-7868-DCAD-BAF62B329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018" y="1363037"/>
            <a:ext cx="6749044" cy="4658351"/>
          </a:xfrm>
        </p:spPr>
        <p:txBody>
          <a:bodyPr>
            <a:normAutofit/>
          </a:bodyPr>
          <a:lstStyle/>
          <a:p>
            <a:r>
              <a:rPr lang="nl-NL" dirty="0" err="1"/>
              <a:t>Plugin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QGIS</a:t>
            </a:r>
          </a:p>
          <a:p>
            <a:r>
              <a:rPr lang="nl-NL" dirty="0"/>
              <a:t>UI </a:t>
            </a:r>
            <a:r>
              <a:rPr lang="nl-NL" dirty="0" err="1"/>
              <a:t>to</a:t>
            </a:r>
            <a:r>
              <a:rPr lang="nl-NL" dirty="0"/>
              <a:t> assist in </a:t>
            </a:r>
            <a:r>
              <a:rPr lang="nl-NL" dirty="0" err="1"/>
              <a:t>aligning</a:t>
            </a:r>
            <a:r>
              <a:rPr lang="nl-NL" dirty="0"/>
              <a:t> features</a:t>
            </a:r>
          </a:p>
          <a:p>
            <a:r>
              <a:rPr lang="nl-NL" dirty="0" err="1"/>
              <a:t>Uses</a:t>
            </a:r>
            <a:r>
              <a:rPr lang="nl-NL" dirty="0"/>
              <a:t> ‘</a:t>
            </a:r>
            <a:r>
              <a:rPr lang="nl-NL" dirty="0" err="1"/>
              <a:t>brdr</a:t>
            </a:r>
            <a:r>
              <a:rPr lang="nl-NL" dirty="0"/>
              <a:t>’ </a:t>
            </a:r>
            <a:r>
              <a:rPr lang="nl-NL" dirty="0" err="1"/>
              <a:t>for</a:t>
            </a:r>
            <a:r>
              <a:rPr lang="nl-NL" dirty="0"/>
              <a:t> processing</a:t>
            </a:r>
          </a:p>
          <a:p>
            <a:r>
              <a:rPr lang="nl-NL" dirty="0"/>
              <a:t>Tools:</a:t>
            </a:r>
          </a:p>
          <a:p>
            <a:pPr lvl="1"/>
            <a:r>
              <a:rPr lang="nl-NL" dirty="0"/>
              <a:t>Bulk </a:t>
            </a:r>
            <a:r>
              <a:rPr lang="nl-NL" dirty="0" err="1"/>
              <a:t>alignment</a:t>
            </a:r>
            <a:endParaRPr lang="nl-NL" dirty="0"/>
          </a:p>
          <a:p>
            <a:pPr lvl="1"/>
            <a:r>
              <a:rPr lang="nl-NL" dirty="0"/>
              <a:t>Feature-</a:t>
            </a:r>
            <a:r>
              <a:rPr lang="nl-NL" dirty="0" err="1"/>
              <a:t>to</a:t>
            </a:r>
            <a:r>
              <a:rPr lang="nl-NL" dirty="0"/>
              <a:t>-feature </a:t>
            </a:r>
            <a:r>
              <a:rPr lang="nl-NL" dirty="0" err="1"/>
              <a:t>alignment</a:t>
            </a:r>
            <a:r>
              <a:rPr lang="nl-NL" dirty="0"/>
              <a:t> (</a:t>
            </a:r>
            <a:r>
              <a:rPr lang="nl-NL" dirty="0" err="1"/>
              <a:t>predictions</a:t>
            </a:r>
            <a:r>
              <a:rPr lang="nl-NL" dirty="0"/>
              <a:t>)</a:t>
            </a:r>
          </a:p>
          <a:p>
            <a:pPr lvl="1"/>
            <a:r>
              <a:rPr lang="nl-NL" dirty="0" err="1"/>
              <a:t>Settings</a:t>
            </a:r>
            <a:r>
              <a:rPr lang="nl-NL" dirty="0"/>
              <a:t>: </a:t>
            </a:r>
            <a:r>
              <a:rPr lang="nl-NL" dirty="0" err="1"/>
              <a:t>preferences</a:t>
            </a:r>
            <a:r>
              <a:rPr lang="nl-NL" dirty="0"/>
              <a:t>, </a:t>
            </a:r>
            <a:r>
              <a:rPr lang="nl-NL" dirty="0" err="1"/>
              <a:t>strategies</a:t>
            </a:r>
            <a:r>
              <a:rPr lang="nl-NL" dirty="0"/>
              <a:t>,…</a:t>
            </a:r>
          </a:p>
          <a:p>
            <a:r>
              <a:rPr lang="nl-NL" dirty="0"/>
              <a:t>Installation: </a:t>
            </a:r>
          </a:p>
          <a:p>
            <a:pPr lvl="1"/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instructions</a:t>
            </a:r>
            <a:r>
              <a:rPr lang="nl-NL" dirty="0"/>
              <a:t> on </a:t>
            </a:r>
            <a:r>
              <a:rPr lang="nl-BE" sz="1200" dirty="0">
                <a:hlinkClick r:id="rId2"/>
              </a:rPr>
              <a:t>https://github.com/OnroerendErfgoed/brdrQ</a:t>
            </a:r>
            <a:endParaRPr lang="nl-BE" sz="1200" dirty="0"/>
          </a:p>
          <a:p>
            <a:pPr lvl="1"/>
            <a:endParaRPr lang="nl-BE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3B7A3B8D-F4B4-7F53-2E9F-574617A2C3C0}"/>
              </a:ext>
            </a:extLst>
          </p:cNvPr>
          <p:cNvSpPr txBox="1"/>
          <p:nvPr/>
        </p:nvSpPr>
        <p:spPr>
          <a:xfrm>
            <a:off x="75332" y="6414197"/>
            <a:ext cx="60942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dirty="0">
                <a:hlinkClick r:id="rId2"/>
              </a:rPr>
              <a:t>https://github.com/OnroerendErfgoed/brdrQ</a:t>
            </a:r>
            <a:endParaRPr lang="nl-BE" sz="1600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2257E29A-7DED-A693-088C-9705DF54E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15" y="1288473"/>
            <a:ext cx="3023972" cy="49293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kstvak 10">
            <a:extLst>
              <a:ext uri="{FF2B5EF4-FFF2-40B4-BE49-F238E27FC236}">
                <a16:creationId xmlns:a16="http://schemas.microsoft.com/office/drawing/2014/main" id="{19BC6E15-781B-0280-81FC-F54E4C6B48E8}"/>
              </a:ext>
            </a:extLst>
          </p:cNvPr>
          <p:cNvSpPr txBox="1"/>
          <p:nvPr/>
        </p:nvSpPr>
        <p:spPr>
          <a:xfrm>
            <a:off x="1364851" y="1363038"/>
            <a:ext cx="1530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highlight>
                  <a:srgbClr val="00FFFF"/>
                </a:highlight>
              </a:rPr>
              <a:t>1. Select </a:t>
            </a:r>
            <a:r>
              <a:rPr lang="nl-NL" dirty="0" err="1">
                <a:highlight>
                  <a:srgbClr val="00FFFF"/>
                </a:highlight>
              </a:rPr>
              <a:t>Layer</a:t>
            </a:r>
            <a:endParaRPr lang="nl-BE" dirty="0">
              <a:highlight>
                <a:srgbClr val="00FFFF"/>
              </a:highlight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72DB16E3-E53C-CF30-0A2E-A9AC829844E8}"/>
              </a:ext>
            </a:extLst>
          </p:cNvPr>
          <p:cNvSpPr txBox="1"/>
          <p:nvPr/>
        </p:nvSpPr>
        <p:spPr>
          <a:xfrm>
            <a:off x="1662539" y="2509643"/>
            <a:ext cx="1747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highlight>
                  <a:srgbClr val="00FFFF"/>
                </a:highlight>
              </a:rPr>
              <a:t>2. Select Feature</a:t>
            </a:r>
            <a:endParaRPr lang="nl-BE" dirty="0">
              <a:highlight>
                <a:srgbClr val="00FFFF"/>
              </a:highlight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9A2EF38B-2CF3-F5CC-75DE-F9255A7B45D1}"/>
              </a:ext>
            </a:extLst>
          </p:cNvPr>
          <p:cNvSpPr txBox="1"/>
          <p:nvPr/>
        </p:nvSpPr>
        <p:spPr>
          <a:xfrm>
            <a:off x="1830285" y="3471033"/>
            <a:ext cx="1986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highlight>
                  <a:srgbClr val="00FFFF"/>
                </a:highlight>
              </a:rPr>
              <a:t>3. Select </a:t>
            </a:r>
            <a:r>
              <a:rPr lang="nl-NL" dirty="0" err="1">
                <a:highlight>
                  <a:srgbClr val="00FFFF"/>
                </a:highlight>
              </a:rPr>
              <a:t>Prediction</a:t>
            </a:r>
            <a:endParaRPr lang="nl-BE" dirty="0">
              <a:highlight>
                <a:srgbClr val="00FFFF"/>
              </a:highlight>
            </a:endParaRP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EEED7A21-4E74-8987-2AFD-1B4C40634D55}"/>
              </a:ext>
            </a:extLst>
          </p:cNvPr>
          <p:cNvSpPr txBox="1"/>
          <p:nvPr/>
        </p:nvSpPr>
        <p:spPr>
          <a:xfrm>
            <a:off x="2466798" y="4617638"/>
            <a:ext cx="1449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highlight>
                  <a:srgbClr val="00FFFF"/>
                </a:highlight>
              </a:rPr>
              <a:t>4. Save/Reset</a:t>
            </a:r>
            <a:endParaRPr lang="nl-BE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2866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574E04-0301-81C1-A65B-15DA56CB7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brdrQ</a:t>
            </a:r>
            <a:endParaRPr lang="nl-BE" dirty="0"/>
          </a:p>
        </p:txBody>
      </p:sp>
      <p:pic>
        <p:nvPicPr>
          <p:cNvPr id="7" name="brdrQ_foss4G_1">
            <a:hlinkClick r:id="" action="ppaction://media"/>
            <a:extLst>
              <a:ext uri="{FF2B5EF4-FFF2-40B4-BE49-F238E27FC236}">
                <a16:creationId xmlns:a16="http://schemas.microsoft.com/office/drawing/2014/main" id="{A90BE22C-CFCD-0BC2-9162-1D0B9127E28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19946" y="1173981"/>
            <a:ext cx="9615199" cy="5408945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balanced" dir="t"/>
          </a:scene3d>
          <a:sp3d prstMaterial="softEdge">
            <a:bevelT w="203200" h="101600" prst="cross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5215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87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CE2099-7A14-0824-F16D-6AD7BE165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Future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6E28B6-AC5B-3034-7C38-475810B45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607" y="347759"/>
            <a:ext cx="7220902" cy="5269270"/>
          </a:xfrm>
        </p:spPr>
        <p:txBody>
          <a:bodyPr>
            <a:normAutofit/>
          </a:bodyPr>
          <a:lstStyle/>
          <a:p>
            <a:r>
              <a:rPr lang="nl-NL" dirty="0" err="1"/>
              <a:t>brdr</a:t>
            </a:r>
            <a:endParaRPr lang="nl-NL" dirty="0"/>
          </a:p>
          <a:p>
            <a:pPr lvl="1"/>
            <a:r>
              <a:rPr lang="nl-NL" dirty="0" err="1"/>
              <a:t>Optimization</a:t>
            </a:r>
            <a:r>
              <a:rPr lang="nl-NL" dirty="0"/>
              <a:t> of ‘</a:t>
            </a:r>
            <a:r>
              <a:rPr lang="nl-NL" dirty="0" err="1"/>
              <a:t>brdr</a:t>
            </a:r>
            <a:r>
              <a:rPr lang="nl-NL" dirty="0"/>
              <a:t>’ code base</a:t>
            </a:r>
          </a:p>
          <a:p>
            <a:pPr lvl="1"/>
            <a:r>
              <a:rPr lang="nl-NL" dirty="0" err="1"/>
              <a:t>Improvements</a:t>
            </a:r>
            <a:r>
              <a:rPr lang="nl-NL" dirty="0"/>
              <a:t> </a:t>
            </a:r>
            <a:r>
              <a:rPr lang="nl-NL" dirty="0" err="1"/>
              <a:t>based</a:t>
            </a:r>
            <a:r>
              <a:rPr lang="nl-NL" dirty="0"/>
              <a:t> on user feedback</a:t>
            </a:r>
          </a:p>
          <a:p>
            <a:pPr lvl="1"/>
            <a:r>
              <a:rPr lang="nl-NL" dirty="0" err="1"/>
              <a:t>Documentation</a:t>
            </a:r>
            <a:endParaRPr lang="nl-NL" dirty="0"/>
          </a:p>
          <a:p>
            <a:pPr lvl="1"/>
            <a:r>
              <a:rPr lang="nl-NL" dirty="0" err="1"/>
              <a:t>Towards</a:t>
            </a:r>
            <a:r>
              <a:rPr lang="nl-NL" dirty="0"/>
              <a:t> </a:t>
            </a:r>
            <a:r>
              <a:rPr lang="nl-NL" b="1" dirty="0"/>
              <a:t>v 1.0.0</a:t>
            </a:r>
          </a:p>
          <a:p>
            <a:pPr lvl="1"/>
            <a:r>
              <a:rPr lang="nl-NL" dirty="0"/>
              <a:t>Enhancement: support </a:t>
            </a:r>
            <a:r>
              <a:rPr lang="nl-NL" dirty="0" err="1"/>
              <a:t>for</a:t>
            </a:r>
            <a:r>
              <a:rPr lang="nl-NL" dirty="0"/>
              <a:t> non-</a:t>
            </a:r>
            <a:r>
              <a:rPr lang="nl-NL" dirty="0" err="1"/>
              <a:t>polygons</a:t>
            </a:r>
            <a:endParaRPr lang="nl-NL" dirty="0"/>
          </a:p>
          <a:p>
            <a:pPr marL="0" indent="0">
              <a:buNone/>
            </a:pPr>
            <a:endParaRPr lang="nl-NL" b="0" dirty="0"/>
          </a:p>
          <a:p>
            <a:r>
              <a:rPr lang="nl-NL" dirty="0" err="1"/>
              <a:t>brdrQ</a:t>
            </a:r>
            <a:endParaRPr lang="nl-NL" b="1" dirty="0"/>
          </a:p>
          <a:p>
            <a:pPr lvl="1"/>
            <a:r>
              <a:rPr lang="nl-NL" b="0" dirty="0" err="1"/>
              <a:t>Improvements</a:t>
            </a:r>
            <a:r>
              <a:rPr lang="nl-NL" b="0" dirty="0"/>
              <a:t> </a:t>
            </a:r>
            <a:r>
              <a:rPr lang="nl-NL" b="0" dirty="0" err="1"/>
              <a:t>based</a:t>
            </a:r>
            <a:r>
              <a:rPr lang="nl-NL" b="0" dirty="0"/>
              <a:t> on user feedback</a:t>
            </a:r>
          </a:p>
          <a:p>
            <a:pPr lvl="1"/>
            <a:r>
              <a:rPr lang="nl-NL" dirty="0" err="1"/>
              <a:t>Documentation</a:t>
            </a:r>
            <a:endParaRPr lang="nl-NL" b="0" dirty="0"/>
          </a:p>
          <a:p>
            <a:pPr lvl="1"/>
            <a:r>
              <a:rPr lang="nl-NL" dirty="0" err="1"/>
              <a:t>Towards</a:t>
            </a:r>
            <a:r>
              <a:rPr lang="nl-NL" dirty="0"/>
              <a:t> </a:t>
            </a:r>
            <a:r>
              <a:rPr lang="nl-NL" b="1" dirty="0"/>
              <a:t>v 1.0.0</a:t>
            </a:r>
          </a:p>
        </p:txBody>
      </p:sp>
    </p:spTree>
    <p:extLst>
      <p:ext uri="{BB962C8B-B14F-4D97-AF65-F5344CB8AC3E}">
        <p14:creationId xmlns:p14="http://schemas.microsoft.com/office/powerpoint/2010/main" val="1518186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4212AA-7DCB-9111-3DE2-F4CE42EC3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Thanks</a:t>
            </a:r>
            <a:r>
              <a:rPr lang="nl-NL" dirty="0"/>
              <a:t>!</a:t>
            </a:r>
            <a:br>
              <a:rPr lang="nl-NL" dirty="0"/>
            </a:br>
            <a:r>
              <a:rPr lang="nl-NL" dirty="0" err="1"/>
              <a:t>Questions</a:t>
            </a:r>
            <a:r>
              <a:rPr lang="nl-NL" dirty="0"/>
              <a:t>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739BDFD-03C2-6534-3B0F-4B9FAF11A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287655" indent="-287655"/>
            <a:r>
              <a:rPr lang="nl-NL" dirty="0">
                <a:latin typeface="Plus Jakarta Sans"/>
                <a:cs typeface="Plus Jakarta Sans"/>
              </a:rPr>
              <a:t>Want </a:t>
            </a:r>
            <a:r>
              <a:rPr lang="nl-NL" dirty="0" err="1">
                <a:latin typeface="Plus Jakarta Sans"/>
                <a:cs typeface="Plus Jakarta Sans"/>
              </a:rPr>
              <a:t>to</a:t>
            </a:r>
            <a:r>
              <a:rPr lang="nl-NL" dirty="0">
                <a:latin typeface="Plus Jakarta Sans"/>
                <a:cs typeface="Plus Jakarta Sans"/>
              </a:rPr>
              <a:t> </a:t>
            </a:r>
            <a:r>
              <a:rPr lang="nl-NL" dirty="0" err="1">
                <a:latin typeface="Plus Jakarta Sans"/>
                <a:cs typeface="Plus Jakarta Sans"/>
              </a:rPr>
              <a:t>try</a:t>
            </a:r>
            <a:r>
              <a:rPr lang="nl-NL" dirty="0">
                <a:latin typeface="Plus Jakarta Sans"/>
                <a:cs typeface="Plus Jakarta Sans"/>
              </a:rPr>
              <a:t>?</a:t>
            </a:r>
            <a:endParaRPr lang="en-US" dirty="0"/>
          </a:p>
          <a:p>
            <a:pPr marL="630555" lvl="1"/>
            <a:r>
              <a:rPr lang="nl-NL" sz="1200" dirty="0">
                <a:latin typeface="Plus Jakarta Sans"/>
                <a:cs typeface="Plus Jakarta Sans"/>
              </a:rPr>
              <a:t>Python package ‘</a:t>
            </a:r>
            <a:r>
              <a:rPr lang="nl-NL" sz="1200" dirty="0" err="1">
                <a:latin typeface="Plus Jakarta Sans"/>
                <a:cs typeface="Plus Jakarta Sans"/>
              </a:rPr>
              <a:t>brdr</a:t>
            </a:r>
            <a:r>
              <a:rPr lang="nl-NL" sz="1200" dirty="0">
                <a:latin typeface="Plus Jakarta Sans"/>
                <a:cs typeface="Plus Jakarta Sans"/>
              </a:rPr>
              <a:t>’: </a:t>
            </a:r>
            <a:r>
              <a:rPr lang="nl-NL" sz="1200" dirty="0">
                <a:latin typeface="Plus Jakarta Sans"/>
                <a:cs typeface="Plus Jakarta Sans"/>
                <a:hlinkClick r:id="rId2"/>
              </a:rPr>
              <a:t>https://github.com/OnroerendErfgoed/brdr</a:t>
            </a:r>
            <a:r>
              <a:rPr lang="nl-NL" sz="1200" dirty="0">
                <a:latin typeface="Plus Jakarta Sans"/>
                <a:cs typeface="Plus Jakarta Sans"/>
              </a:rPr>
              <a:t> </a:t>
            </a:r>
          </a:p>
          <a:p>
            <a:pPr marL="630555" lvl="1"/>
            <a:r>
              <a:rPr lang="nl-NL" sz="1200" dirty="0">
                <a:latin typeface="Plus Jakarta Sans"/>
                <a:cs typeface="Plus Jakarta Sans"/>
              </a:rPr>
              <a:t>QGIS – </a:t>
            </a:r>
            <a:r>
              <a:rPr lang="nl-NL" sz="1200" dirty="0" err="1">
                <a:latin typeface="Plus Jakarta Sans"/>
                <a:cs typeface="Plus Jakarta Sans"/>
              </a:rPr>
              <a:t>plugin</a:t>
            </a:r>
            <a:r>
              <a:rPr lang="nl-NL" sz="1200" dirty="0">
                <a:latin typeface="Plus Jakarta Sans"/>
                <a:cs typeface="Plus Jakarta Sans"/>
              </a:rPr>
              <a:t> </a:t>
            </a:r>
            <a:r>
              <a:rPr lang="nl-NL" sz="1200" dirty="0" err="1">
                <a:latin typeface="Plus Jakarta Sans"/>
                <a:cs typeface="Plus Jakarta Sans"/>
              </a:rPr>
              <a:t>brdrQ</a:t>
            </a:r>
            <a:r>
              <a:rPr lang="nl-NL" sz="1200" dirty="0">
                <a:latin typeface="Plus Jakarta Sans"/>
                <a:cs typeface="Plus Jakarta Sans"/>
              </a:rPr>
              <a:t>:  </a:t>
            </a:r>
            <a:r>
              <a:rPr lang="nl-NL" sz="1200" dirty="0">
                <a:latin typeface="Plus Jakarta Sans"/>
                <a:cs typeface="Plus Jakarta Sans"/>
                <a:hlinkClick r:id="rId3"/>
              </a:rPr>
              <a:t>https://github.com/OnroerendErfgoed/brdrQ</a:t>
            </a:r>
            <a:r>
              <a:rPr lang="nl-NL" sz="1200" dirty="0">
                <a:latin typeface="Plus Jakarta Sans"/>
                <a:cs typeface="Plus Jakarta Sans"/>
              </a:rPr>
              <a:t> </a:t>
            </a:r>
          </a:p>
          <a:p>
            <a:pPr marL="630555" lvl="1"/>
            <a:r>
              <a:rPr lang="nl-NL" sz="1200" dirty="0">
                <a:latin typeface="Plus Jakarta Sans"/>
                <a:cs typeface="Plus Jakarta Sans"/>
              </a:rPr>
              <a:t>Project page (</a:t>
            </a:r>
            <a:r>
              <a:rPr lang="nl-NL" sz="1200" dirty="0" err="1">
                <a:latin typeface="Plus Jakarta Sans"/>
                <a:cs typeface="Plus Jakarta Sans"/>
              </a:rPr>
              <a:t>dutch</a:t>
            </a:r>
            <a:r>
              <a:rPr lang="nl-NL" sz="1200" dirty="0">
                <a:latin typeface="Plus Jakarta Sans"/>
                <a:cs typeface="Plus Jakarta Sans"/>
              </a:rPr>
              <a:t>): </a:t>
            </a:r>
            <a:r>
              <a:rPr lang="nl-BE" sz="1200" dirty="0">
                <a:solidFill>
                  <a:srgbClr val="448AD1"/>
                </a:solidFill>
                <a:hlinkClick r:id="rId4" tooltip="https://docs.athumi.eu/vip/help/grenzen-verlegge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https://docs.athumi.eu/vip/help/grenzen-verleggen</a:t>
            </a:r>
            <a:r>
              <a:rPr lang="nl-BE" sz="1200" dirty="0">
                <a:solidFill>
                  <a:srgbClr val="448AD1"/>
                </a:solidFill>
              </a:rPr>
              <a:t> </a:t>
            </a:r>
          </a:p>
          <a:p>
            <a:pPr marL="630555" lvl="1"/>
            <a:r>
              <a:rPr lang="nl-NL" sz="1200" dirty="0">
                <a:latin typeface="Plus Jakarta Sans"/>
                <a:cs typeface="Plus Jakarta Sans"/>
              </a:rPr>
              <a:t>Project report  (</a:t>
            </a:r>
            <a:r>
              <a:rPr lang="nl-NL" sz="1200" dirty="0" err="1">
                <a:latin typeface="Plus Jakarta Sans"/>
                <a:cs typeface="Plus Jakarta Sans"/>
              </a:rPr>
              <a:t>dutch</a:t>
            </a:r>
            <a:r>
              <a:rPr lang="nl-NL" sz="1200" dirty="0">
                <a:latin typeface="Plus Jakarta Sans"/>
                <a:cs typeface="Plus Jakarta Sans"/>
              </a:rPr>
              <a:t>) : </a:t>
            </a:r>
            <a:r>
              <a:rPr lang="nl-NL" sz="1200" dirty="0">
                <a:solidFill>
                  <a:srgbClr val="448AD1"/>
                </a:solidFill>
                <a:latin typeface="Plus Jakarta Sans"/>
                <a:cs typeface="Plus Jakarta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https://doi.org/10.55465/SXCW6218</a:t>
            </a:r>
            <a:r>
              <a:rPr lang="nl-NL" sz="1200" dirty="0">
                <a:solidFill>
                  <a:srgbClr val="448AD1"/>
                </a:solidFill>
                <a:latin typeface="Plus Jakarta Sans"/>
                <a:cs typeface="Plus Jakarta Sans"/>
              </a:rPr>
              <a:t> </a:t>
            </a:r>
            <a:br>
              <a:rPr lang="nl-NL" sz="1300" dirty="0">
                <a:latin typeface="Plus Jakarta Sans"/>
                <a:cs typeface="Plus Jakarta Sans"/>
              </a:rPr>
            </a:br>
            <a:endParaRPr lang="nl-NL" sz="1300" dirty="0">
              <a:latin typeface="Plus Jakarta Sans"/>
              <a:cs typeface="Plus Jakarta Sans"/>
            </a:endParaRPr>
          </a:p>
          <a:p>
            <a:pPr marL="287655" lvl="1" indent="0">
              <a:buNone/>
            </a:pPr>
            <a:endParaRPr lang="nl-NL" sz="1300" dirty="0">
              <a:latin typeface="Plus Jakarta Sans"/>
              <a:cs typeface="Plus Jakarta Sans"/>
            </a:endParaRPr>
          </a:p>
          <a:p>
            <a:pPr marL="287655" indent="-287655">
              <a:buClr>
                <a:srgbClr val="210040"/>
              </a:buClr>
            </a:pPr>
            <a:r>
              <a:rPr lang="nl-NL" dirty="0">
                <a:latin typeface="Plus Jakarta Sans"/>
                <a:cs typeface="Plus Jakarta Sans"/>
              </a:rPr>
              <a:t>Bugs? </a:t>
            </a:r>
          </a:p>
          <a:p>
            <a:pPr marL="630555" lvl="1" indent="-287655">
              <a:buClr>
                <a:srgbClr val="210040"/>
              </a:buClr>
            </a:pPr>
            <a:r>
              <a:rPr lang="nl-NL" sz="1200" dirty="0" err="1">
                <a:latin typeface="Plus Jakarta Sans"/>
                <a:cs typeface="Plus Jakarta Sans"/>
              </a:rPr>
              <a:t>Brdr</a:t>
            </a:r>
            <a:r>
              <a:rPr lang="nl-NL" sz="1200" dirty="0">
                <a:latin typeface="Plus Jakarta Sans"/>
                <a:cs typeface="Plus Jakarta Sans"/>
              </a:rPr>
              <a:t> - bug? </a:t>
            </a:r>
            <a:r>
              <a:rPr lang="nl-NL" sz="1200" dirty="0">
                <a:latin typeface="Plus Jakarta Sans"/>
                <a:cs typeface="Plus Jakarta Sans"/>
                <a:sym typeface="Wingdings" panose="05000000000000000000" pitchFamily="2" charset="2"/>
              </a:rPr>
              <a:t></a:t>
            </a:r>
            <a:r>
              <a:rPr lang="nl-NL" sz="1200" b="1" dirty="0">
                <a:latin typeface="Plus Jakarta Sans"/>
                <a:cs typeface="Plus Jakarta Sans"/>
                <a:sym typeface="Wingdings" panose="05000000000000000000" pitchFamily="2" charset="2"/>
              </a:rPr>
              <a:t> </a:t>
            </a:r>
            <a:r>
              <a:rPr lang="nl-NL" sz="1200" dirty="0">
                <a:latin typeface="Plus Jakarta Sans"/>
                <a:cs typeface="Plus Jakarta Sans"/>
                <a:hlinkClick r:id="rId6"/>
              </a:rPr>
              <a:t>https://github.com/OnroerendErfgoed/brdr/issues</a:t>
            </a:r>
            <a:endParaRPr lang="nl-NL" sz="1200" dirty="0">
              <a:latin typeface="Plus Jakarta Sans"/>
              <a:cs typeface="Plus Jakarta Sans"/>
            </a:endParaRPr>
          </a:p>
          <a:p>
            <a:pPr marL="630555" lvl="1" indent="-287655">
              <a:buClr>
                <a:srgbClr val="210040"/>
              </a:buClr>
            </a:pPr>
            <a:r>
              <a:rPr lang="nl-NL" sz="1200" dirty="0" err="1">
                <a:latin typeface="Plus Jakarta Sans"/>
                <a:cs typeface="Plus Jakarta Sans"/>
              </a:rPr>
              <a:t>BrdrQ</a:t>
            </a:r>
            <a:r>
              <a:rPr lang="nl-NL" sz="1200" dirty="0">
                <a:latin typeface="Plus Jakarta Sans"/>
                <a:cs typeface="Plus Jakarta Sans"/>
              </a:rPr>
              <a:t> – bug?</a:t>
            </a:r>
            <a:r>
              <a:rPr lang="nl-NL" sz="1200" dirty="0">
                <a:latin typeface="Plus Jakarta Sans"/>
                <a:cs typeface="Plus Jakarta Sans"/>
                <a:sym typeface="Wingdings" panose="05000000000000000000" pitchFamily="2" charset="2"/>
              </a:rPr>
              <a:t></a:t>
            </a:r>
            <a:r>
              <a:rPr lang="nl-NL" sz="1200" dirty="0">
                <a:latin typeface="Plus Jakarta Sans"/>
                <a:cs typeface="Plus Jakarta Sans"/>
                <a:hlinkClick r:id="rId7"/>
              </a:rPr>
              <a:t>https://github.com/OnroerendErfgoed/brdrQ/issues</a:t>
            </a:r>
            <a:endParaRPr lang="nl-NL" sz="1200" dirty="0">
              <a:latin typeface="Plus Jakarta Sans"/>
              <a:cs typeface="Plus Jakarta Sans"/>
            </a:endParaRPr>
          </a:p>
          <a:p>
            <a:pPr marL="630555" lvl="1" indent="-287655">
              <a:buClr>
                <a:srgbClr val="210040"/>
              </a:buClr>
            </a:pPr>
            <a:r>
              <a:rPr lang="nl-NL" sz="1200" dirty="0">
                <a:latin typeface="Plus Jakarta Sans"/>
                <a:cs typeface="Plus Jakarta Sans"/>
              </a:rPr>
              <a:t>Idea?</a:t>
            </a:r>
            <a:r>
              <a:rPr lang="nl-NL" sz="1200" dirty="0">
                <a:latin typeface="Plus Jakarta Sans"/>
                <a:cs typeface="Plus Jakarta Sans"/>
                <a:sym typeface="Wingdings" panose="05000000000000000000" pitchFamily="2" charset="2"/>
              </a:rPr>
              <a:t></a:t>
            </a:r>
            <a:r>
              <a:rPr lang="nl-NL" sz="1200" b="1" dirty="0">
                <a:latin typeface="Plus Jakarta Sans"/>
                <a:cs typeface="Plus Jakarta Sans"/>
              </a:rPr>
              <a:t>  </a:t>
            </a:r>
            <a:r>
              <a:rPr lang="nl-NL" sz="1200" dirty="0" err="1">
                <a:latin typeface="Plus Jakarta Sans"/>
                <a:cs typeface="Plus Jakarta Sans"/>
              </a:rPr>
              <a:t>discussion</a:t>
            </a:r>
            <a:r>
              <a:rPr lang="nl-NL" sz="1200" dirty="0">
                <a:latin typeface="Plus Jakarta Sans"/>
                <a:cs typeface="Plus Jakarta Sans"/>
              </a:rPr>
              <a:t> forum:</a:t>
            </a:r>
            <a:r>
              <a:rPr lang="nl-NL" sz="1200" b="1" dirty="0">
                <a:latin typeface="Plus Jakarta Sans"/>
                <a:cs typeface="Plus Jakarta Sans"/>
              </a:rPr>
              <a:t> </a:t>
            </a:r>
            <a:r>
              <a:rPr lang="nl-NL" sz="1200" dirty="0">
                <a:latin typeface="Plus Jakarta Sans"/>
                <a:cs typeface="Plus Jakarta Sans"/>
                <a:hlinkClick r:id="rId8"/>
              </a:rPr>
              <a:t>https://github.com/OnroerendErfgoed/brdr/discussions/</a:t>
            </a:r>
            <a:r>
              <a:rPr lang="nl-NL" sz="1200" dirty="0">
                <a:latin typeface="Plus Jakarta Sans"/>
                <a:cs typeface="Plus Jakarta Sans"/>
              </a:rPr>
              <a:t> </a:t>
            </a:r>
            <a:br>
              <a:rPr lang="nl-NL" dirty="0">
                <a:latin typeface="Plus Jakarta Sans"/>
                <a:cs typeface="Plus Jakarta Sans"/>
              </a:rPr>
            </a:br>
            <a:endParaRPr lang="nl-NL" dirty="0">
              <a:latin typeface="Plus Jakarta Sans"/>
              <a:cs typeface="Plus Jakarta Sans"/>
            </a:endParaRPr>
          </a:p>
          <a:p>
            <a:pPr marL="287655" indent="-287655">
              <a:buClr>
                <a:srgbClr val="210040"/>
              </a:buClr>
              <a:buFont typeface="Arial,Sans-Serif"/>
            </a:pPr>
            <a:r>
              <a:rPr lang="nl-NL" dirty="0" err="1">
                <a:latin typeface="Plus Jakarta Sans"/>
                <a:cs typeface="Plus Jakarta Sans"/>
              </a:rPr>
              <a:t>Ideas</a:t>
            </a:r>
            <a:r>
              <a:rPr lang="nl-NL" dirty="0">
                <a:latin typeface="Plus Jakarta Sans"/>
                <a:cs typeface="Plus Jakarta Sans"/>
              </a:rPr>
              <a:t>/</a:t>
            </a:r>
            <a:r>
              <a:rPr lang="nl-NL" dirty="0" err="1">
                <a:latin typeface="Plus Jakarta Sans"/>
                <a:cs typeface="Plus Jakarta Sans"/>
              </a:rPr>
              <a:t>Improvement</a:t>
            </a:r>
            <a:r>
              <a:rPr lang="nl-NL" dirty="0">
                <a:latin typeface="Plus Jakarta Sans"/>
                <a:cs typeface="Plus Jakarta Sans"/>
              </a:rPr>
              <a:t>/</a:t>
            </a:r>
            <a:r>
              <a:rPr lang="nl-NL" dirty="0" err="1">
                <a:latin typeface="Plus Jakarta Sans"/>
                <a:cs typeface="Plus Jakarta Sans"/>
              </a:rPr>
              <a:t>Discussion</a:t>
            </a:r>
            <a:endParaRPr lang="nl-NL" dirty="0">
              <a:latin typeface="Plus Jakarta Sans"/>
              <a:cs typeface="Plus Jakarta Sans"/>
            </a:endParaRPr>
          </a:p>
          <a:p>
            <a:pPr marL="630555" lvl="1" indent="-287655">
              <a:buClr>
                <a:srgbClr val="210040"/>
              </a:buClr>
              <a:buFont typeface="Arial,Sans-Serif"/>
            </a:pPr>
            <a:r>
              <a:rPr lang="nl-NL" sz="1200" dirty="0" err="1">
                <a:latin typeface="Plus Jakarta Sans"/>
                <a:cs typeface="Plus Jakarta Sans"/>
              </a:rPr>
              <a:t>discussion</a:t>
            </a:r>
            <a:r>
              <a:rPr lang="nl-NL" sz="1200" dirty="0">
                <a:latin typeface="Plus Jakarta Sans"/>
                <a:cs typeface="Plus Jakarta Sans"/>
              </a:rPr>
              <a:t> forum: </a:t>
            </a:r>
            <a:r>
              <a:rPr lang="nl-NL" sz="1200" dirty="0">
                <a:latin typeface="Plus Jakarta Sans"/>
                <a:cs typeface="Plus Jakarta Sans"/>
                <a:hlinkClick r:id="rId8"/>
              </a:rPr>
              <a:t>https://github.com/OnroerendErfgoed/brdr/discussions/</a:t>
            </a:r>
            <a:endParaRPr lang="nl-NL" sz="1200" dirty="0">
              <a:latin typeface="Plus Jakarta Sans"/>
              <a:cs typeface="Plus Jakarta Sans"/>
            </a:endParaRPr>
          </a:p>
          <a:p>
            <a:pPr marL="630555" lvl="1" indent="-287655">
              <a:buClr>
                <a:srgbClr val="210040"/>
              </a:buClr>
              <a:buFont typeface="Arial,Sans-Serif"/>
            </a:pPr>
            <a:r>
              <a:rPr lang="nl-NL" sz="1200" dirty="0">
                <a:latin typeface="Plus Jakarta Sans"/>
                <a:cs typeface="Plus Jakarta Sans"/>
              </a:rPr>
              <a:t>E-mail: &lt;</a:t>
            </a:r>
            <a:r>
              <a:rPr lang="nl-NL" sz="1200" dirty="0">
                <a:hlinkClick r:id="rId9"/>
              </a:rPr>
              <a:t>karel.dieussaert@vlaanderen.be</a:t>
            </a:r>
            <a:r>
              <a:rPr lang="nl-NL" sz="1200" dirty="0"/>
              <a:t>&gt;&lt;</a:t>
            </a:r>
            <a:r>
              <a:rPr lang="nl-NL" sz="1200" dirty="0">
                <a:hlinkClick r:id="rId10"/>
              </a:rPr>
              <a:t>Karel.dieussaert@geosolutions.be</a:t>
            </a:r>
            <a:r>
              <a:rPr lang="nl-NL" sz="1200" dirty="0"/>
              <a:t> &gt;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FF61ADC-FB49-9DC7-E5E0-8FEFCF892EFA}"/>
              </a:ext>
            </a:extLst>
          </p:cNvPr>
          <p:cNvSpPr/>
          <p:nvPr/>
        </p:nvSpPr>
        <p:spPr>
          <a:xfrm>
            <a:off x="2893855" y="3370232"/>
            <a:ext cx="673449" cy="33357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54586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Custom 6">
      <a:dk1>
        <a:srgbClr val="210040"/>
      </a:dk1>
      <a:lt1>
        <a:sysClr val="window" lastClr="FFFFFF"/>
      </a:lt1>
      <a:dk2>
        <a:srgbClr val="000000"/>
      </a:dk2>
      <a:lt2>
        <a:srgbClr val="F9F9F9"/>
      </a:lt2>
      <a:accent1>
        <a:srgbClr val="FFCC8E"/>
      </a:accent1>
      <a:accent2>
        <a:srgbClr val="21004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4">
      <a:majorFont>
        <a:latin typeface="Byrd"/>
        <a:ea typeface=""/>
        <a:cs typeface=""/>
      </a:majorFont>
      <a:minorFont>
        <a:latin typeface="By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_Athumi_bibliotheek_Template" id="{06302DCB-21CB-4ECB-9C9C-5D8D47DA7F0B}" vid="{5F2BFB04-5DEF-4B62-AD2D-AE08123E68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9b88060-1492-4732-adbb-6d0296f0f70a">
      <Terms xmlns="http://schemas.microsoft.com/office/infopath/2007/PartnerControls"/>
    </lcf76f155ced4ddcb4097134ff3c332f>
    <TaxCatchAll xmlns="794fb2ae-2bb8-45df-a3b7-c8ce99f03c7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0A21A52622094B90AA3D07CEA4B174" ma:contentTypeVersion="13" ma:contentTypeDescription="Create a new document." ma:contentTypeScope="" ma:versionID="7609d0486deea33ad3bcc0d391331959">
  <xsd:schema xmlns:xsd="http://www.w3.org/2001/XMLSchema" xmlns:xs="http://www.w3.org/2001/XMLSchema" xmlns:p="http://schemas.microsoft.com/office/2006/metadata/properties" xmlns:ns2="f9b88060-1492-4732-adbb-6d0296f0f70a" xmlns:ns3="794fb2ae-2bb8-45df-a3b7-c8ce99f03c7b" targetNamespace="http://schemas.microsoft.com/office/2006/metadata/properties" ma:root="true" ma:fieldsID="9348abdca179419a35d60f966aac6384" ns2:_="" ns3:_="">
    <xsd:import namespace="f9b88060-1492-4732-adbb-6d0296f0f70a"/>
    <xsd:import namespace="794fb2ae-2bb8-45df-a3b7-c8ce99f03c7b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b88060-1492-4732-adbb-6d0296f0f70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85995f9-df3b-4ad8-a48e-73267b867c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4fb2ae-2bb8-45df-a3b7-c8ce99f03c7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7a9fac94-d007-4a18-9f1d-c6392879c472}" ma:internalName="TaxCatchAll" ma:showField="CatchAllData" ma:web="794fb2ae-2bb8-45df-a3b7-c8ce99f03c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815CF1-E377-44C8-B52A-BE265F0FB304}">
  <ds:schemaRefs>
    <ds:schemaRef ds:uri="794fb2ae-2bb8-45df-a3b7-c8ce99f03c7b"/>
    <ds:schemaRef ds:uri="f9b88060-1492-4732-adbb-6d0296f0f7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DADF25D-DF18-4FFE-94AA-2FF0730629B0}">
  <ds:schemaRefs>
    <ds:schemaRef ds:uri="794fb2ae-2bb8-45df-a3b7-c8ce99f03c7b"/>
    <ds:schemaRef ds:uri="f9b88060-1492-4732-adbb-6d0296f0f7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1ED15BE-F278-4C67-8A24-D60AB590C8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_Athumi_bibliotheek_Template</Template>
  <TotalTime>14122</TotalTime>
  <Words>971</Words>
  <Application>Microsoft Office PowerPoint</Application>
  <PresentationFormat>Breedbeeld</PresentationFormat>
  <Paragraphs>190</Paragraphs>
  <Slides>20</Slides>
  <Notes>2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20</vt:i4>
      </vt:variant>
    </vt:vector>
  </HeadingPairs>
  <TitlesOfParts>
    <vt:vector size="27" baseType="lpstr">
      <vt:lpstr>Byrd</vt:lpstr>
      <vt:lpstr>Wingdings</vt:lpstr>
      <vt:lpstr>Plus Jakarta Sans</vt:lpstr>
      <vt:lpstr>Calibri</vt:lpstr>
      <vt:lpstr>Arial,Sans-Serif</vt:lpstr>
      <vt:lpstr>Arial</vt:lpstr>
      <vt:lpstr>Title slides</vt:lpstr>
      <vt:lpstr>'brdr’ : Alignment of Geospatial Boundaries</vt:lpstr>
      <vt:lpstr>Agenda</vt:lpstr>
      <vt:lpstr>Why?</vt:lpstr>
      <vt:lpstr>Geodata quality </vt:lpstr>
      <vt:lpstr>Flanders Heritage geodata</vt:lpstr>
      <vt:lpstr>What is brdr?</vt:lpstr>
      <vt:lpstr>‘brdr’  principles</vt:lpstr>
      <vt:lpstr>Alignment-algorithm (‘brdr’)</vt:lpstr>
      <vt:lpstr>Alignment-algorithm (‘brdr’)</vt:lpstr>
      <vt:lpstr>Alignment-algorithm (‘brdr’)</vt:lpstr>
      <vt:lpstr>Alignment-algorithm (‘brdr’)</vt:lpstr>
      <vt:lpstr>Alignment-algorithm (‘brdr’)</vt:lpstr>
      <vt:lpstr>Alignment-algorithm (‘brdr’)</vt:lpstr>
      <vt:lpstr>Predictions</vt:lpstr>
      <vt:lpstr>Basic Example  (Code ‘brdr’ v0.14.0)</vt:lpstr>
      <vt:lpstr>‘brdr’ for geodata-management Use cases</vt:lpstr>
      <vt:lpstr>What is brdrQ?</vt:lpstr>
      <vt:lpstr>brdrQ</vt:lpstr>
      <vt:lpstr>Future</vt:lpstr>
      <vt:lpstr>Thanks!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Devos Evelyne</dc:creator>
  <cp:lastModifiedBy>Karel Dieussaert</cp:lastModifiedBy>
  <cp:revision>1</cp:revision>
  <cp:lastPrinted>2023-10-21T13:03:11Z</cp:lastPrinted>
  <dcterms:created xsi:type="dcterms:W3CDTF">2025-01-07T12:54:43Z</dcterms:created>
  <dcterms:modified xsi:type="dcterms:W3CDTF">2025-09-22T21:52:37Z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0x010100B10A21A52622094B90AA3D07CEA4B174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</Properties>
</file>