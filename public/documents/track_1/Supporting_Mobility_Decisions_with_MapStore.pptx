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24"/>
  </p:notesMasterIdLst>
  <p:sldIdLst>
    <p:sldId id="3491" r:id="rId5"/>
    <p:sldId id="3531" r:id="rId6"/>
    <p:sldId id="2147375427" r:id="rId7"/>
    <p:sldId id="258" r:id="rId8"/>
    <p:sldId id="345" r:id="rId9"/>
    <p:sldId id="362" r:id="rId10"/>
    <p:sldId id="331" r:id="rId11"/>
    <p:sldId id="2147375448" r:id="rId12"/>
    <p:sldId id="357" r:id="rId13"/>
    <p:sldId id="2147375452" r:id="rId14"/>
    <p:sldId id="339" r:id="rId15"/>
    <p:sldId id="2147375451" r:id="rId16"/>
    <p:sldId id="2147375453" r:id="rId17"/>
    <p:sldId id="374" r:id="rId18"/>
    <p:sldId id="2147375456" r:id="rId19"/>
    <p:sldId id="2147375454" r:id="rId20"/>
    <p:sldId id="366" r:id="rId21"/>
    <p:sldId id="343" r:id="rId22"/>
    <p:sldId id="2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A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4B7E1-437A-444B-A2A8-67A906D16558}" v="213" dt="2025-09-22T16:01:25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Stijl, licht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Stijl, licht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0711" autoAdjust="0"/>
  </p:normalViewPr>
  <p:slideViewPr>
    <p:cSldViewPr snapToGrid="0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ko Godaert" userId="326cb8f6-0474-4a1a-ae4e-34e72e834577" providerId="ADAL" clId="{26079376-1CB7-4248-A459-77DBD464A2F0}"/>
    <pc:docChg chg="undo redo custSel addSld delSld modSld sldOrd">
      <pc:chgData name="Yanko Godaert" userId="326cb8f6-0474-4a1a-ae4e-34e72e834577" providerId="ADAL" clId="{26079376-1CB7-4248-A459-77DBD464A2F0}" dt="2025-09-22T16:01:25.685" v="1014" actId="1035"/>
      <pc:docMkLst>
        <pc:docMk/>
      </pc:docMkLst>
      <pc:sldChg chg="addSp modSp add mod ord">
        <pc:chgData name="Yanko Godaert" userId="326cb8f6-0474-4a1a-ae4e-34e72e834577" providerId="ADAL" clId="{26079376-1CB7-4248-A459-77DBD464A2F0}" dt="2025-09-22T13:03:29.403" v="562" actId="790"/>
        <pc:sldMkLst>
          <pc:docMk/>
          <pc:sldMk cId="3213667657" sldId="258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213667657" sldId="258"/>
            <ac:spMk id="10" creationId="{9070ABCF-94B6-FA42-A347-CE13218CAAB0}"/>
          </ac:spMkLst>
        </pc:spChg>
        <pc:picChg chg="add mod">
          <ac:chgData name="Yanko Godaert" userId="326cb8f6-0474-4a1a-ae4e-34e72e834577" providerId="ADAL" clId="{26079376-1CB7-4248-A459-77DBD464A2F0}" dt="2025-09-22T12:59:38.138" v="442"/>
          <ac:picMkLst>
            <pc:docMk/>
            <pc:sldMk cId="3213667657" sldId="258"/>
            <ac:picMk id="3" creationId="{2D67EEFF-FB6D-2FDE-B9B5-CC8F90A2FF62}"/>
          </ac:picMkLst>
        </pc:picChg>
      </pc:sldChg>
      <pc:sldChg chg="addSp delSp modSp mod">
        <pc:chgData name="Yanko Godaert" userId="326cb8f6-0474-4a1a-ae4e-34e72e834577" providerId="ADAL" clId="{26079376-1CB7-4248-A459-77DBD464A2F0}" dt="2025-09-22T14:13:28.503" v="936" actId="27636"/>
        <pc:sldMkLst>
          <pc:docMk/>
          <pc:sldMk cId="1485353274" sldId="331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485353274" sldId="331"/>
            <ac:spMk id="7" creationId="{AC8631BA-183A-0E40-8279-5A85B5865897}"/>
          </ac:spMkLst>
        </pc:spChg>
        <pc:spChg chg="mod">
          <ac:chgData name="Yanko Godaert" userId="326cb8f6-0474-4a1a-ae4e-34e72e834577" providerId="ADAL" clId="{26079376-1CB7-4248-A459-77DBD464A2F0}" dt="2025-09-22T14:13:28.503" v="936" actId="27636"/>
          <ac:spMkLst>
            <pc:docMk/>
            <pc:sldMk cId="1485353274" sldId="331"/>
            <ac:spMk id="8" creationId="{C85EDBC7-D479-9B4D-A9A8-1DC188F92D03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485353274" sldId="331"/>
            <ac:spMk id="14" creationId="{5B2EB67B-7949-DD49-A81B-BF8FC067B582}"/>
          </ac:spMkLst>
        </pc:spChg>
        <pc:picChg chg="add mod">
          <ac:chgData name="Yanko Godaert" userId="326cb8f6-0474-4a1a-ae4e-34e72e834577" providerId="ADAL" clId="{26079376-1CB7-4248-A459-77DBD464A2F0}" dt="2025-09-22T13:15:24.372" v="767"/>
          <ac:picMkLst>
            <pc:docMk/>
            <pc:sldMk cId="1485353274" sldId="331"/>
            <ac:picMk id="3" creationId="{1CAA89F5-C494-0AAE-E822-D8E96EF415D3}"/>
          </ac:picMkLst>
        </pc:picChg>
        <pc:picChg chg="add mod">
          <ac:chgData name="Yanko Godaert" userId="326cb8f6-0474-4a1a-ae4e-34e72e834577" providerId="ADAL" clId="{26079376-1CB7-4248-A459-77DBD464A2F0}" dt="2025-09-22T13:27:00.348" v="786" actId="1076"/>
          <ac:picMkLst>
            <pc:docMk/>
            <pc:sldMk cId="1485353274" sldId="331"/>
            <ac:picMk id="4" creationId="{8678CE37-52AA-5307-E0C5-F76A152B267E}"/>
          </ac:picMkLst>
        </pc:picChg>
        <pc:picChg chg="del mod">
          <ac:chgData name="Yanko Godaert" userId="326cb8f6-0474-4a1a-ae4e-34e72e834577" providerId="ADAL" clId="{26079376-1CB7-4248-A459-77DBD464A2F0}" dt="2025-09-22T13:14:23.011" v="722" actId="478"/>
          <ac:picMkLst>
            <pc:docMk/>
            <pc:sldMk cId="1485353274" sldId="331"/>
            <ac:picMk id="3076" creationId="{AEB90048-2796-BE59-2382-12654C9CE8A6}"/>
          </ac:picMkLst>
        </pc:picChg>
      </pc:sldChg>
      <pc:sldChg chg="addSp delSp modSp mod">
        <pc:chgData name="Yanko Godaert" userId="326cb8f6-0474-4a1a-ae4e-34e72e834577" providerId="ADAL" clId="{26079376-1CB7-4248-A459-77DBD464A2F0}" dt="2025-09-22T15:47:47.136" v="977" actId="14826"/>
        <pc:sldMkLst>
          <pc:docMk/>
          <pc:sldMk cId="741911308" sldId="339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741911308" sldId="339"/>
            <ac:spMk id="7" creationId="{AC8631BA-183A-0E40-8279-5A85B5865897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741911308" sldId="339"/>
            <ac:spMk id="14" creationId="{5B2EB67B-7949-DD49-A81B-BF8FC067B582}"/>
          </ac:spMkLst>
        </pc:spChg>
        <pc:picChg chg="add del mod">
          <ac:chgData name="Yanko Godaert" userId="326cb8f6-0474-4a1a-ae4e-34e72e834577" providerId="ADAL" clId="{26079376-1CB7-4248-A459-77DBD464A2F0}" dt="2025-09-22T13:28:42.043" v="803" actId="478"/>
          <ac:picMkLst>
            <pc:docMk/>
            <pc:sldMk cId="741911308" sldId="339"/>
            <ac:picMk id="3" creationId="{78C00DB7-900A-9202-618E-BB2ECB471A52}"/>
          </ac:picMkLst>
        </pc:picChg>
        <pc:picChg chg="add mod">
          <ac:chgData name="Yanko Godaert" userId="326cb8f6-0474-4a1a-ae4e-34e72e834577" providerId="ADAL" clId="{26079376-1CB7-4248-A459-77DBD464A2F0}" dt="2025-09-22T13:28:39.245" v="802"/>
          <ac:picMkLst>
            <pc:docMk/>
            <pc:sldMk cId="741911308" sldId="339"/>
            <ac:picMk id="4" creationId="{485223B7-4011-E2FB-60E4-F3B65A829FD2}"/>
          </ac:picMkLst>
        </pc:picChg>
        <pc:picChg chg="mod">
          <ac:chgData name="Yanko Godaert" userId="326cb8f6-0474-4a1a-ae4e-34e72e834577" providerId="ADAL" clId="{26079376-1CB7-4248-A459-77DBD464A2F0}" dt="2025-09-22T15:47:47.136" v="977" actId="14826"/>
          <ac:picMkLst>
            <pc:docMk/>
            <pc:sldMk cId="741911308" sldId="339"/>
            <ac:picMk id="18" creationId="{3B7CB06C-55A5-6B36-9701-D668AB7081F5}"/>
          </ac:picMkLst>
        </pc:picChg>
      </pc:sldChg>
      <pc:sldChg chg="addSp modSp mod">
        <pc:chgData name="Yanko Godaert" userId="326cb8f6-0474-4a1a-ae4e-34e72e834577" providerId="ADAL" clId="{26079376-1CB7-4248-A459-77DBD464A2F0}" dt="2025-09-22T15:49:52.640" v="979" actId="14826"/>
        <pc:sldMkLst>
          <pc:docMk/>
          <pc:sldMk cId="1725704295" sldId="343"/>
        </pc:sldMkLst>
        <pc:spChg chg="mod">
          <ac:chgData name="Yanko Godaert" userId="326cb8f6-0474-4a1a-ae4e-34e72e834577" providerId="ADAL" clId="{26079376-1CB7-4248-A459-77DBD464A2F0}" dt="2025-09-22T14:22:54.500" v="958" actId="20577"/>
          <ac:spMkLst>
            <pc:docMk/>
            <pc:sldMk cId="1725704295" sldId="343"/>
            <ac:spMk id="5" creationId="{ADD80DB1-77E7-EA4D-BAE8-EC3E5C8EEDDB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725704295" sldId="343"/>
            <ac:spMk id="7" creationId="{AC8631BA-183A-0E40-8279-5A85B5865897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725704295" sldId="343"/>
            <ac:spMk id="14" creationId="{5B2EB67B-7949-DD49-A81B-BF8FC067B582}"/>
          </ac:spMkLst>
        </pc:spChg>
        <pc:picChg chg="add mod">
          <ac:chgData name="Yanko Godaert" userId="326cb8f6-0474-4a1a-ae4e-34e72e834577" providerId="ADAL" clId="{26079376-1CB7-4248-A459-77DBD464A2F0}" dt="2025-09-22T13:27:44.227" v="797"/>
          <ac:picMkLst>
            <pc:docMk/>
            <pc:sldMk cId="1725704295" sldId="343"/>
            <ac:picMk id="3" creationId="{0C77B81F-8C00-539E-15F1-B71D7AABD4E8}"/>
          </ac:picMkLst>
        </pc:picChg>
        <pc:picChg chg="mod">
          <ac:chgData name="Yanko Godaert" userId="326cb8f6-0474-4a1a-ae4e-34e72e834577" providerId="ADAL" clId="{26079376-1CB7-4248-A459-77DBD464A2F0}" dt="2025-09-22T15:49:52.640" v="979" actId="14826"/>
          <ac:picMkLst>
            <pc:docMk/>
            <pc:sldMk cId="1725704295" sldId="343"/>
            <ac:picMk id="8" creationId="{5DF4355B-D9E9-2A95-DE0A-A775052AAEC0}"/>
          </ac:picMkLst>
        </pc:picChg>
      </pc:sldChg>
      <pc:sldChg chg="addSp modSp add mod ord">
        <pc:chgData name="Yanko Godaert" userId="326cb8f6-0474-4a1a-ae4e-34e72e834577" providerId="ADAL" clId="{26079376-1CB7-4248-A459-77DBD464A2F0}" dt="2025-09-22T14:24:12.244" v="961" actId="20577"/>
        <pc:sldMkLst>
          <pc:docMk/>
          <pc:sldMk cId="2442098580" sldId="345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2442098580" sldId="345"/>
            <ac:spMk id="2" creationId="{00D7A402-D11F-E49A-12F4-11133D7F1FC3}"/>
          </ac:spMkLst>
        </pc:spChg>
        <pc:spChg chg="mod">
          <ac:chgData name="Yanko Godaert" userId="326cb8f6-0474-4a1a-ae4e-34e72e834577" providerId="ADAL" clId="{26079376-1CB7-4248-A459-77DBD464A2F0}" dt="2025-09-22T13:03:44.961" v="576" actId="20577"/>
          <ac:spMkLst>
            <pc:docMk/>
            <pc:sldMk cId="2442098580" sldId="345"/>
            <ac:spMk id="3" creationId="{5DF6B5BD-8AB6-2B35-57C0-54047E5252F9}"/>
          </ac:spMkLst>
        </pc:spChg>
        <pc:spChg chg="mod">
          <ac:chgData name="Yanko Godaert" userId="326cb8f6-0474-4a1a-ae4e-34e72e834577" providerId="ADAL" clId="{26079376-1CB7-4248-A459-77DBD464A2F0}" dt="2025-09-22T14:24:12.244" v="961" actId="20577"/>
          <ac:spMkLst>
            <pc:docMk/>
            <pc:sldMk cId="2442098580" sldId="345"/>
            <ac:spMk id="4" creationId="{A76AED51-F850-A2F9-F135-FC453B8EECCD}"/>
          </ac:spMkLst>
        </pc:spChg>
        <pc:picChg chg="add mod">
          <ac:chgData name="Yanko Godaert" userId="326cb8f6-0474-4a1a-ae4e-34e72e834577" providerId="ADAL" clId="{26079376-1CB7-4248-A459-77DBD464A2F0}" dt="2025-09-22T13:13:29.915" v="720" actId="1076"/>
          <ac:picMkLst>
            <pc:docMk/>
            <pc:sldMk cId="2442098580" sldId="345"/>
            <ac:picMk id="5" creationId="{60C94ECF-D0D5-2D81-54FD-E91DD137D06F}"/>
          </ac:picMkLst>
        </pc:picChg>
      </pc:sldChg>
      <pc:sldChg chg="addSp modSp add del mod ord">
        <pc:chgData name="Yanko Godaert" userId="326cb8f6-0474-4a1a-ae4e-34e72e834577" providerId="ADAL" clId="{26079376-1CB7-4248-A459-77DBD464A2F0}" dt="2025-09-22T15:30:41.972" v="971" actId="2696"/>
        <pc:sldMkLst>
          <pc:docMk/>
          <pc:sldMk cId="3431128134" sldId="349"/>
        </pc:sldMkLst>
        <pc:spChg chg="mod">
          <ac:chgData name="Yanko Godaert" userId="326cb8f6-0474-4a1a-ae4e-34e72e834577" providerId="ADAL" clId="{26079376-1CB7-4248-A459-77DBD464A2F0}" dt="2025-09-22T13:03:59.593" v="577"/>
          <ac:spMkLst>
            <pc:docMk/>
            <pc:sldMk cId="3431128134" sldId="349"/>
            <ac:spMk id="2" creationId="{406226F1-2206-C0C8-3DA0-183010502860}"/>
          </ac:spMkLst>
        </pc:spChg>
        <pc:spChg chg="mod">
          <ac:chgData name="Yanko Godaert" userId="326cb8f6-0474-4a1a-ae4e-34e72e834577" providerId="ADAL" clId="{26079376-1CB7-4248-A459-77DBD464A2F0}" dt="2025-09-22T13:10:13.356" v="717" actId="20577"/>
          <ac:spMkLst>
            <pc:docMk/>
            <pc:sldMk cId="3431128134" sldId="349"/>
            <ac:spMk id="3" creationId="{3D4C54F8-4CFE-CB02-0322-16D8397D5621}"/>
          </ac:spMkLst>
        </pc:spChg>
        <pc:spChg chg="mod">
          <ac:chgData name="Yanko Godaert" userId="326cb8f6-0474-4a1a-ae4e-34e72e834577" providerId="ADAL" clId="{26079376-1CB7-4248-A459-77DBD464A2F0}" dt="2025-09-22T14:24:07.463" v="960" actId="20577"/>
          <ac:spMkLst>
            <pc:docMk/>
            <pc:sldMk cId="3431128134" sldId="349"/>
            <ac:spMk id="4" creationId="{03C56C20-F675-EE0D-1CB0-9FE016644315}"/>
          </ac:spMkLst>
        </pc:spChg>
        <pc:picChg chg="add mod">
          <ac:chgData name="Yanko Godaert" userId="326cb8f6-0474-4a1a-ae4e-34e72e834577" providerId="ADAL" clId="{26079376-1CB7-4248-A459-77DBD464A2F0}" dt="2025-09-22T13:13:32.824" v="721"/>
          <ac:picMkLst>
            <pc:docMk/>
            <pc:sldMk cId="3431128134" sldId="349"/>
            <ac:picMk id="5" creationId="{A3E2B277-BB86-0740-A6F7-963D9B659293}"/>
          </ac:picMkLst>
        </pc:picChg>
      </pc:sldChg>
      <pc:sldChg chg="addSp delSp modSp mod">
        <pc:chgData name="Yanko Godaert" userId="326cb8f6-0474-4a1a-ae4e-34e72e834577" providerId="ADAL" clId="{26079376-1CB7-4248-A459-77DBD464A2F0}" dt="2025-09-22T16:01:25.685" v="1014" actId="1035"/>
        <pc:sldMkLst>
          <pc:docMk/>
          <pc:sldMk cId="2877103982" sldId="357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2877103982" sldId="357"/>
            <ac:spMk id="10" creationId="{9070ABCF-94B6-FA42-A347-CE13218CAAB0}"/>
          </ac:spMkLst>
        </pc:spChg>
        <pc:picChg chg="add mod">
          <ac:chgData name="Yanko Godaert" userId="326cb8f6-0474-4a1a-ae4e-34e72e834577" providerId="ADAL" clId="{26079376-1CB7-4248-A459-77DBD464A2F0}" dt="2025-09-22T13:27:22.151" v="787"/>
          <ac:picMkLst>
            <pc:docMk/>
            <pc:sldMk cId="2877103982" sldId="357"/>
            <ac:picMk id="2" creationId="{4CA3F942-B84C-805C-052C-80FA1A0A1AA1}"/>
          </ac:picMkLst>
        </pc:picChg>
        <pc:picChg chg="add mod">
          <ac:chgData name="Yanko Godaert" userId="326cb8f6-0474-4a1a-ae4e-34e72e834577" providerId="ADAL" clId="{26079376-1CB7-4248-A459-77DBD464A2F0}" dt="2025-09-22T16:01:25.685" v="1014" actId="1035"/>
          <ac:picMkLst>
            <pc:docMk/>
            <pc:sldMk cId="2877103982" sldId="357"/>
            <ac:picMk id="3" creationId="{F535748A-18D7-215E-9367-03780AA08CFB}"/>
          </ac:picMkLst>
        </pc:picChg>
        <pc:picChg chg="mod">
          <ac:chgData name="Yanko Godaert" userId="326cb8f6-0474-4a1a-ae4e-34e72e834577" providerId="ADAL" clId="{26079376-1CB7-4248-A459-77DBD464A2F0}" dt="2025-09-22T13:54:03.914" v="932" actId="1036"/>
          <ac:picMkLst>
            <pc:docMk/>
            <pc:sldMk cId="2877103982" sldId="357"/>
            <ac:picMk id="4" creationId="{044D6B0B-23E9-5B48-AF26-B151A521E7E3}"/>
          </ac:picMkLst>
        </pc:picChg>
        <pc:picChg chg="add del">
          <ac:chgData name="Yanko Godaert" userId="326cb8f6-0474-4a1a-ae4e-34e72e834577" providerId="ADAL" clId="{26079376-1CB7-4248-A459-77DBD464A2F0}" dt="2025-09-22T16:01:21.446" v="1011" actId="478"/>
          <ac:picMkLst>
            <pc:docMk/>
            <pc:sldMk cId="2877103982" sldId="357"/>
            <ac:picMk id="5" creationId="{830A9610-3FBE-5EB8-5242-5760A82AA5E3}"/>
          </ac:picMkLst>
        </pc:picChg>
      </pc:sldChg>
      <pc:sldChg chg="addSp delSp modSp mod">
        <pc:chgData name="Yanko Godaert" userId="326cb8f6-0474-4a1a-ae4e-34e72e834577" providerId="ADAL" clId="{26079376-1CB7-4248-A459-77DBD464A2F0}" dt="2025-09-22T13:03:29.403" v="562" actId="790"/>
        <pc:sldMkLst>
          <pc:docMk/>
          <pc:sldMk cId="709470880" sldId="362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709470880" sldId="362"/>
            <ac:spMk id="10" creationId="{9070ABCF-94B6-FA42-A347-CE13218CAAB0}"/>
          </ac:spMkLst>
        </pc:spChg>
        <pc:picChg chg="mod">
          <ac:chgData name="Yanko Godaert" userId="326cb8f6-0474-4a1a-ae4e-34e72e834577" providerId="ADAL" clId="{26079376-1CB7-4248-A459-77DBD464A2F0}" dt="2025-09-22T12:56:14.066" v="399" actId="14100"/>
          <ac:picMkLst>
            <pc:docMk/>
            <pc:sldMk cId="709470880" sldId="362"/>
            <ac:picMk id="2" creationId="{8E5ADD45-BBEE-34E9-807C-256B9E652A37}"/>
          </ac:picMkLst>
        </pc:picChg>
        <pc:picChg chg="add mod">
          <ac:chgData name="Yanko Godaert" userId="326cb8f6-0474-4a1a-ae4e-34e72e834577" providerId="ADAL" clId="{26079376-1CB7-4248-A459-77DBD464A2F0}" dt="2025-09-22T12:58:14.707" v="434" actId="1036"/>
          <ac:picMkLst>
            <pc:docMk/>
            <pc:sldMk cId="709470880" sldId="362"/>
            <ac:picMk id="3" creationId="{E7E67CAC-9B0D-259C-B3EF-02C3E9D995F5}"/>
          </ac:picMkLst>
        </pc:picChg>
        <pc:picChg chg="del">
          <ac:chgData name="Yanko Godaert" userId="326cb8f6-0474-4a1a-ae4e-34e72e834577" providerId="ADAL" clId="{26079376-1CB7-4248-A459-77DBD464A2F0}" dt="2025-09-22T12:52:49.284" v="326" actId="478"/>
          <ac:picMkLst>
            <pc:docMk/>
            <pc:sldMk cId="709470880" sldId="362"/>
            <ac:picMk id="4" creationId="{B56D9646-BC8F-6396-103F-AA220B51F7C7}"/>
          </ac:picMkLst>
        </pc:picChg>
        <pc:picChg chg="mod">
          <ac:chgData name="Yanko Godaert" userId="326cb8f6-0474-4a1a-ae4e-34e72e834577" providerId="ADAL" clId="{26079376-1CB7-4248-A459-77DBD464A2F0}" dt="2025-09-22T12:53:47.359" v="335" actId="1076"/>
          <ac:picMkLst>
            <pc:docMk/>
            <pc:sldMk cId="709470880" sldId="362"/>
            <ac:picMk id="2052" creationId="{52CB5062-769A-62AF-B4BD-A7B9C74ACF53}"/>
          </ac:picMkLst>
        </pc:picChg>
      </pc:sldChg>
      <pc:sldChg chg="addSp modSp mod">
        <pc:chgData name="Yanko Godaert" userId="326cb8f6-0474-4a1a-ae4e-34e72e834577" providerId="ADAL" clId="{26079376-1CB7-4248-A459-77DBD464A2F0}" dt="2025-09-22T15:48:47.135" v="978" actId="14826"/>
        <pc:sldMkLst>
          <pc:docMk/>
          <pc:sldMk cId="124895657" sldId="366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24895657" sldId="366"/>
            <ac:spMk id="7" creationId="{AC8631BA-183A-0E40-8279-5A85B5865897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24895657" sldId="366"/>
            <ac:spMk id="14" creationId="{5B2EB67B-7949-DD49-A81B-BF8FC067B582}"/>
          </ac:spMkLst>
        </pc:spChg>
        <pc:picChg chg="add mod">
          <ac:chgData name="Yanko Godaert" userId="326cb8f6-0474-4a1a-ae4e-34e72e834577" providerId="ADAL" clId="{26079376-1CB7-4248-A459-77DBD464A2F0}" dt="2025-09-22T13:27:51.471" v="798" actId="14100"/>
          <ac:picMkLst>
            <pc:docMk/>
            <pc:sldMk cId="124895657" sldId="366"/>
            <ac:picMk id="3" creationId="{238D82BB-2FA7-2D58-E9CE-10CBECC6517F}"/>
          </ac:picMkLst>
        </pc:picChg>
        <pc:picChg chg="mod">
          <ac:chgData name="Yanko Godaert" userId="326cb8f6-0474-4a1a-ae4e-34e72e834577" providerId="ADAL" clId="{26079376-1CB7-4248-A459-77DBD464A2F0}" dt="2025-09-22T15:48:47.135" v="978" actId="14826"/>
          <ac:picMkLst>
            <pc:docMk/>
            <pc:sldMk cId="124895657" sldId="366"/>
            <ac:picMk id="8" creationId="{6117BA40-3955-4A12-EF34-76A12FD10EC8}"/>
          </ac:picMkLst>
        </pc:picChg>
      </pc:sldChg>
      <pc:sldChg chg="addSp modSp mod">
        <pc:chgData name="Yanko Godaert" userId="326cb8f6-0474-4a1a-ae4e-34e72e834577" providerId="ADAL" clId="{26079376-1CB7-4248-A459-77DBD464A2F0}" dt="2025-09-22T14:18:05.757" v="951" actId="20577"/>
        <pc:sldMkLst>
          <pc:docMk/>
          <pc:sldMk cId="3973789306" sldId="374"/>
        </pc:sldMkLst>
        <pc:spChg chg="mod">
          <ac:chgData name="Yanko Godaert" userId="326cb8f6-0474-4a1a-ae4e-34e72e834577" providerId="ADAL" clId="{26079376-1CB7-4248-A459-77DBD464A2F0}" dt="2025-09-22T14:18:05.757" v="951" actId="20577"/>
          <ac:spMkLst>
            <pc:docMk/>
            <pc:sldMk cId="3973789306" sldId="374"/>
            <ac:spMk id="3" creationId="{8DEB8468-688D-E604-47A3-EB2A412495C8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973789306" sldId="374"/>
            <ac:spMk id="7" creationId="{AC8631BA-183A-0E40-8279-5A85B5865897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973789306" sldId="374"/>
            <ac:spMk id="14" creationId="{5B2EB67B-7949-DD49-A81B-BF8FC067B582}"/>
          </ac:spMkLst>
        </pc:spChg>
        <pc:picChg chg="add mod">
          <ac:chgData name="Yanko Godaert" userId="326cb8f6-0474-4a1a-ae4e-34e72e834577" providerId="ADAL" clId="{26079376-1CB7-4248-A459-77DBD464A2F0}" dt="2025-09-22T13:27:38.287" v="792"/>
          <ac:picMkLst>
            <pc:docMk/>
            <pc:sldMk cId="3973789306" sldId="374"/>
            <ac:picMk id="4" creationId="{0FC98ECF-71C4-F670-562F-8E7E5C08BC69}"/>
          </ac:picMkLst>
        </pc:picChg>
        <pc:picChg chg="mod">
          <ac:chgData name="Yanko Godaert" userId="326cb8f6-0474-4a1a-ae4e-34e72e834577" providerId="ADAL" clId="{26079376-1CB7-4248-A459-77DBD464A2F0}" dt="2025-09-22T13:28:18.210" v="801" actId="1076"/>
          <ac:picMkLst>
            <pc:docMk/>
            <pc:sldMk cId="3973789306" sldId="374"/>
            <ac:picMk id="5" creationId="{A91D1E9D-06F5-F72F-A8BF-5B57587196C3}"/>
          </ac:picMkLst>
        </pc:picChg>
      </pc:sldChg>
      <pc:sldChg chg="addSp modSp del mod">
        <pc:chgData name="Yanko Godaert" userId="326cb8f6-0474-4a1a-ae4e-34e72e834577" providerId="ADAL" clId="{26079376-1CB7-4248-A459-77DBD464A2F0}" dt="2025-09-22T14:26:42.588" v="962" actId="2696"/>
        <pc:sldMkLst>
          <pc:docMk/>
          <pc:sldMk cId="2797708278" sldId="375"/>
        </pc:sldMkLst>
        <pc:spChg chg="mod">
          <ac:chgData name="Yanko Godaert" userId="326cb8f6-0474-4a1a-ae4e-34e72e834577" providerId="ADAL" clId="{26079376-1CB7-4248-A459-77DBD464A2F0}" dt="2025-09-22T13:28:02.779" v="799" actId="14100"/>
          <ac:spMkLst>
            <pc:docMk/>
            <pc:sldMk cId="2797708278" sldId="375"/>
            <ac:spMk id="3" creationId="{8DEB8468-688D-E604-47A3-EB2A412495C8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2797708278" sldId="375"/>
            <ac:spMk id="7" creationId="{AC8631BA-183A-0E40-8279-5A85B5865897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2797708278" sldId="375"/>
            <ac:spMk id="14" creationId="{5B2EB67B-7949-DD49-A81B-BF8FC067B582}"/>
          </ac:spMkLst>
        </pc:spChg>
        <pc:picChg chg="add mod">
          <ac:chgData name="Yanko Godaert" userId="326cb8f6-0474-4a1a-ae4e-34e72e834577" providerId="ADAL" clId="{26079376-1CB7-4248-A459-77DBD464A2F0}" dt="2025-09-22T13:27:40.722" v="794"/>
          <ac:picMkLst>
            <pc:docMk/>
            <pc:sldMk cId="2797708278" sldId="375"/>
            <ac:picMk id="4" creationId="{A13DED72-9816-F979-BF70-72946BB82EFE}"/>
          </ac:picMkLst>
        </pc:picChg>
      </pc:sldChg>
      <pc:sldChg chg="addSp delSp modSp mod">
        <pc:chgData name="Yanko Godaert" userId="326cb8f6-0474-4a1a-ae4e-34e72e834577" providerId="ADAL" clId="{26079376-1CB7-4248-A459-77DBD464A2F0}" dt="2025-09-22T13:03:29.403" v="562" actId="790"/>
        <pc:sldMkLst>
          <pc:docMk/>
          <pc:sldMk cId="1368746005" sldId="3491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368746005" sldId="3491"/>
            <ac:spMk id="2" creationId="{AF7F6BF3-F0A2-4071-6F97-2E68154A16E2}"/>
          </ac:spMkLst>
        </pc:spChg>
        <pc:spChg chg="add">
          <ac:chgData name="Yanko Godaert" userId="326cb8f6-0474-4a1a-ae4e-34e72e834577" providerId="ADAL" clId="{26079376-1CB7-4248-A459-77DBD464A2F0}" dt="2025-09-22T12:14:58.469" v="106"/>
          <ac:spMkLst>
            <pc:docMk/>
            <pc:sldMk cId="1368746005" sldId="3491"/>
            <ac:spMk id="4" creationId="{92632AF5-F3FE-2FD6-108C-A84AE50CC865}"/>
          </ac:spMkLst>
        </pc:spChg>
        <pc:spChg chg="add mod">
          <ac:chgData name="Yanko Godaert" userId="326cb8f6-0474-4a1a-ae4e-34e72e834577" providerId="ADAL" clId="{26079376-1CB7-4248-A459-77DBD464A2F0}" dt="2025-09-22T12:15:04.195" v="109" actId="14100"/>
          <ac:spMkLst>
            <pc:docMk/>
            <pc:sldMk cId="1368746005" sldId="3491"/>
            <ac:spMk id="5" creationId="{8306BCBA-D6BB-0CB7-EC7B-5F995DDBEE90}"/>
          </ac:spMkLst>
        </pc:spChg>
        <pc:picChg chg="add del mod">
          <ac:chgData name="Yanko Godaert" userId="326cb8f6-0474-4a1a-ae4e-34e72e834577" providerId="ADAL" clId="{26079376-1CB7-4248-A459-77DBD464A2F0}" dt="2025-09-22T12:10:24.688" v="6" actId="478"/>
          <ac:picMkLst>
            <pc:docMk/>
            <pc:sldMk cId="1368746005" sldId="3491"/>
            <ac:picMk id="3" creationId="{30092FDA-1484-3372-A50A-A1ACF6A35DD8}"/>
          </ac:picMkLst>
        </pc:picChg>
        <pc:picChg chg="add del mod modCrop">
          <ac:chgData name="Yanko Godaert" userId="326cb8f6-0474-4a1a-ae4e-34e72e834577" providerId="ADAL" clId="{26079376-1CB7-4248-A459-77DBD464A2F0}" dt="2025-09-22T12:21:52.274" v="180"/>
          <ac:picMkLst>
            <pc:docMk/>
            <pc:sldMk cId="1368746005" sldId="3491"/>
            <ac:picMk id="6" creationId="{BF109256-C7D9-4142-817C-3E7C4DB798DC}"/>
          </ac:picMkLst>
        </pc:picChg>
        <pc:picChg chg="mod">
          <ac:chgData name="Yanko Godaert" userId="326cb8f6-0474-4a1a-ae4e-34e72e834577" providerId="ADAL" clId="{26079376-1CB7-4248-A459-77DBD464A2F0}" dt="2025-09-22T12:20:36.751" v="175" actId="1035"/>
          <ac:picMkLst>
            <pc:docMk/>
            <pc:sldMk cId="1368746005" sldId="3491"/>
            <ac:picMk id="8" creationId="{80EDBCB2-C64D-4533-A1E2-0017525CED80}"/>
          </ac:picMkLst>
        </pc:picChg>
        <pc:picChg chg="add mod modCrop">
          <ac:chgData name="Yanko Godaert" userId="326cb8f6-0474-4a1a-ae4e-34e72e834577" providerId="ADAL" clId="{26079376-1CB7-4248-A459-77DBD464A2F0}" dt="2025-09-22T12:22:21.015" v="210" actId="1036"/>
          <ac:picMkLst>
            <pc:docMk/>
            <pc:sldMk cId="1368746005" sldId="3491"/>
            <ac:picMk id="9" creationId="{9DC54438-3F20-3DE5-66E0-8FFDA0828217}"/>
          </ac:picMkLst>
        </pc:picChg>
      </pc:sldChg>
      <pc:sldChg chg="addSp delSp modSp mod delAnim modAnim">
        <pc:chgData name="Yanko Godaert" userId="326cb8f6-0474-4a1a-ae4e-34e72e834577" providerId="ADAL" clId="{26079376-1CB7-4248-A459-77DBD464A2F0}" dt="2025-09-22T15:43:28.055" v="974" actId="1035"/>
        <pc:sldMkLst>
          <pc:docMk/>
          <pc:sldMk cId="4268466549" sldId="3531"/>
        </pc:sldMkLst>
        <pc:spChg chg="del mod">
          <ac:chgData name="Yanko Godaert" userId="326cb8f6-0474-4a1a-ae4e-34e72e834577" providerId="ADAL" clId="{26079376-1CB7-4248-A459-77DBD464A2F0}" dt="2025-09-22T13:49:11.457" v="900" actId="478"/>
          <ac:spMkLst>
            <pc:docMk/>
            <pc:sldMk cId="4268466549" sldId="3531"/>
            <ac:spMk id="2" creationId="{FE3110E1-40A2-814E-CA44-D17D53866C74}"/>
          </ac:spMkLst>
        </pc:spChg>
        <pc:spChg chg="del mod">
          <ac:chgData name="Yanko Godaert" userId="326cb8f6-0474-4a1a-ae4e-34e72e834577" providerId="ADAL" clId="{26079376-1CB7-4248-A459-77DBD464A2F0}" dt="2025-09-22T12:26:55.758" v="213" actId="478"/>
          <ac:spMkLst>
            <pc:docMk/>
            <pc:sldMk cId="4268466549" sldId="3531"/>
            <ac:spMk id="3" creationId="{E518FC44-2663-4BCF-85DD-1E3935D0C615}"/>
          </ac:spMkLst>
        </pc:spChg>
        <pc:spChg chg="del">
          <ac:chgData name="Yanko Godaert" userId="326cb8f6-0474-4a1a-ae4e-34e72e834577" providerId="ADAL" clId="{26079376-1CB7-4248-A459-77DBD464A2F0}" dt="2025-09-22T12:26:59.698" v="215" actId="478"/>
          <ac:spMkLst>
            <pc:docMk/>
            <pc:sldMk cId="4268466549" sldId="3531"/>
            <ac:spMk id="7" creationId="{34A780D3-A2EC-FCD0-1359-A3611EE62131}"/>
          </ac:spMkLst>
        </pc:spChg>
        <pc:spChg chg="add del mod">
          <ac:chgData name="Yanko Godaert" userId="326cb8f6-0474-4a1a-ae4e-34e72e834577" providerId="ADAL" clId="{26079376-1CB7-4248-A459-77DBD464A2F0}" dt="2025-09-22T12:26:58.018" v="214" actId="478"/>
          <ac:spMkLst>
            <pc:docMk/>
            <pc:sldMk cId="4268466549" sldId="3531"/>
            <ac:spMk id="11" creationId="{0DC7DC68-F18F-300D-9562-15819C5C6957}"/>
          </ac:spMkLst>
        </pc:spChg>
        <pc:spChg chg="add del mod">
          <ac:chgData name="Yanko Godaert" userId="326cb8f6-0474-4a1a-ae4e-34e72e834577" providerId="ADAL" clId="{26079376-1CB7-4248-A459-77DBD464A2F0}" dt="2025-09-22T14:08:49.690" v="933" actId="478"/>
          <ac:spMkLst>
            <pc:docMk/>
            <pc:sldMk cId="4268466549" sldId="3531"/>
            <ac:spMk id="14" creationId="{CB64F45D-8036-9158-1507-5C22F9707283}"/>
          </ac:spMkLst>
        </pc:spChg>
        <pc:spChg chg="del">
          <ac:chgData name="Yanko Godaert" userId="326cb8f6-0474-4a1a-ae4e-34e72e834577" providerId="ADAL" clId="{26079376-1CB7-4248-A459-77DBD464A2F0}" dt="2025-09-22T12:44:31.577" v="319" actId="478"/>
          <ac:spMkLst>
            <pc:docMk/>
            <pc:sldMk cId="4268466549" sldId="3531"/>
            <ac:spMk id="16" creationId="{88FC7144-B576-1E37-0302-01BAD44C0A3C}"/>
          </ac:spMkLst>
        </pc:spChg>
        <pc:spChg chg="del">
          <ac:chgData name="Yanko Godaert" userId="326cb8f6-0474-4a1a-ae4e-34e72e834577" providerId="ADAL" clId="{26079376-1CB7-4248-A459-77DBD464A2F0}" dt="2025-09-22T12:26:52.005" v="211" actId="478"/>
          <ac:spMkLst>
            <pc:docMk/>
            <pc:sldMk cId="4268466549" sldId="3531"/>
            <ac:spMk id="25" creationId="{65023B2B-56A2-F474-740E-9076EFC6FDCA}"/>
          </ac:spMkLst>
        </pc:spChg>
        <pc:spChg chg="del">
          <ac:chgData name="Yanko Godaert" userId="326cb8f6-0474-4a1a-ae4e-34e72e834577" providerId="ADAL" clId="{26079376-1CB7-4248-A459-77DBD464A2F0}" dt="2025-09-22T12:26:52.005" v="211" actId="478"/>
          <ac:spMkLst>
            <pc:docMk/>
            <pc:sldMk cId="4268466549" sldId="3531"/>
            <ac:spMk id="30" creationId="{0F85B8EF-6558-9092-5D50-93D3B30C0BC3}"/>
          </ac:spMkLst>
        </pc:spChg>
        <pc:spChg chg="add del mod">
          <ac:chgData name="Yanko Godaert" userId="326cb8f6-0474-4a1a-ae4e-34e72e834577" providerId="ADAL" clId="{26079376-1CB7-4248-A459-77DBD464A2F0}" dt="2025-09-22T13:49:21.189" v="903" actId="478"/>
          <ac:spMkLst>
            <pc:docMk/>
            <pc:sldMk cId="4268466549" sldId="3531"/>
            <ac:spMk id="31" creationId="{95166542-6B6D-65B9-FD9B-508F80DCF70E}"/>
          </ac:spMkLst>
        </pc:sp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4" creationId="{225C75DA-C8C6-BF9E-3CA3-7A13BD8B47ED}"/>
          </ac:picMkLst>
        </pc:pic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8" creationId="{CC72370A-5552-C497-DA50-FDFA3D2DE2A6}"/>
          </ac:picMkLst>
        </pc:pic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15" creationId="{63B45E5A-CC40-9550-B6BA-CD4AEA5EE40F}"/>
          </ac:picMkLst>
        </pc:pic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18" creationId="{5A1C2F81-B404-E629-765E-662A62E57D36}"/>
          </ac:picMkLst>
        </pc:picChg>
        <pc:picChg chg="add del mod">
          <ac:chgData name="Yanko Godaert" userId="326cb8f6-0474-4a1a-ae4e-34e72e834577" providerId="ADAL" clId="{26079376-1CB7-4248-A459-77DBD464A2F0}" dt="2025-09-22T13:53:01.653" v="913" actId="478"/>
          <ac:picMkLst>
            <pc:docMk/>
            <pc:sldMk cId="4268466549" sldId="3531"/>
            <ac:picMk id="19" creationId="{534E0C75-29E0-1501-117E-C942898DBAE6}"/>
          </ac:picMkLst>
        </pc:pic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20" creationId="{DB126B0E-A52F-6F25-CFDD-DEBA81D45187}"/>
          </ac:picMkLst>
        </pc:pic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27" creationId="{217B3167-6255-CE85-E537-342725394C81}"/>
          </ac:picMkLst>
        </pc:picChg>
        <pc:picChg chg="del">
          <ac:chgData name="Yanko Godaert" userId="326cb8f6-0474-4a1a-ae4e-34e72e834577" providerId="ADAL" clId="{26079376-1CB7-4248-A459-77DBD464A2F0}" dt="2025-09-22T12:26:52.005" v="211" actId="478"/>
          <ac:picMkLst>
            <pc:docMk/>
            <pc:sldMk cId="4268466549" sldId="3531"/>
            <ac:picMk id="34" creationId="{8391FD39-E570-F90C-CF66-E508CF6BFB5D}"/>
          </ac:picMkLst>
        </pc:picChg>
        <pc:picChg chg="del">
          <ac:chgData name="Yanko Godaert" userId="326cb8f6-0474-4a1a-ae4e-34e72e834577" providerId="ADAL" clId="{26079376-1CB7-4248-A459-77DBD464A2F0}" dt="2025-09-22T12:33:57.940" v="273" actId="478"/>
          <ac:picMkLst>
            <pc:docMk/>
            <pc:sldMk cId="4268466549" sldId="3531"/>
            <ac:picMk id="36" creationId="{1FCC3D32-C7BF-B37E-E8FD-F3D4E6D8D5C7}"/>
          </ac:picMkLst>
        </pc:picChg>
        <pc:picChg chg="add del mod">
          <ac:chgData name="Yanko Godaert" userId="326cb8f6-0474-4a1a-ae4e-34e72e834577" providerId="ADAL" clId="{26079376-1CB7-4248-A459-77DBD464A2F0}" dt="2025-09-22T13:49:16.722" v="902" actId="478"/>
          <ac:picMkLst>
            <pc:docMk/>
            <pc:sldMk cId="4268466549" sldId="3531"/>
            <ac:picMk id="2050" creationId="{EB874F50-F8B2-B5F1-E551-E77CA763F1CD}"/>
          </ac:picMkLst>
        </pc:picChg>
        <pc:picChg chg="add mod">
          <ac:chgData name="Yanko Godaert" userId="326cb8f6-0474-4a1a-ae4e-34e72e834577" providerId="ADAL" clId="{26079376-1CB7-4248-A459-77DBD464A2F0}" dt="2025-09-22T15:43:28.055" v="974" actId="1035"/>
          <ac:picMkLst>
            <pc:docMk/>
            <pc:sldMk cId="4268466549" sldId="3531"/>
            <ac:picMk id="2052" creationId="{E738ECCB-0839-2AA7-96A2-4376FDE02AF2}"/>
          </ac:picMkLst>
        </pc:picChg>
        <pc:picChg chg="add del mod">
          <ac:chgData name="Yanko Godaert" userId="326cb8f6-0474-4a1a-ae4e-34e72e834577" providerId="ADAL" clId="{26079376-1CB7-4248-A459-77DBD464A2F0}" dt="2025-09-22T12:33:20.777" v="254" actId="478"/>
          <ac:picMkLst>
            <pc:docMk/>
            <pc:sldMk cId="4268466549" sldId="3531"/>
            <ac:picMk id="2054" creationId="{3175841D-BC43-E111-D740-B52313EEE76B}"/>
          </ac:picMkLst>
        </pc:picChg>
        <pc:picChg chg="add">
          <ac:chgData name="Yanko Godaert" userId="326cb8f6-0474-4a1a-ae4e-34e72e834577" providerId="ADAL" clId="{26079376-1CB7-4248-A459-77DBD464A2F0}" dt="2025-09-22T13:51:25.424" v="905"/>
          <ac:picMkLst>
            <pc:docMk/>
            <pc:sldMk cId="4268466549" sldId="3531"/>
            <ac:picMk id="2056" creationId="{48E154DB-4DFC-09B9-C717-D4D35D6FBC5A}"/>
          </ac:picMkLst>
        </pc:picChg>
        <pc:picChg chg="add mod">
          <ac:chgData name="Yanko Godaert" userId="326cb8f6-0474-4a1a-ae4e-34e72e834577" providerId="ADAL" clId="{26079376-1CB7-4248-A459-77DBD464A2F0}" dt="2025-09-22T14:08:52.579" v="934" actId="1076"/>
          <ac:picMkLst>
            <pc:docMk/>
            <pc:sldMk cId="4268466549" sldId="3531"/>
            <ac:picMk id="2058" creationId="{FA29C129-931B-86CF-6FF1-E3B1AF96018D}"/>
          </ac:picMkLst>
        </pc:picChg>
      </pc:sldChg>
      <pc:sldChg chg="add del">
        <pc:chgData name="Yanko Godaert" userId="326cb8f6-0474-4a1a-ae4e-34e72e834577" providerId="ADAL" clId="{26079376-1CB7-4248-A459-77DBD464A2F0}" dt="2025-09-22T12:47:50.757" v="322" actId="2696"/>
        <pc:sldMkLst>
          <pc:docMk/>
          <pc:sldMk cId="2029967844" sldId="2147375375"/>
        </pc:sldMkLst>
      </pc:sldChg>
      <pc:sldChg chg="addSp delSp modSp mod">
        <pc:chgData name="Yanko Godaert" userId="326cb8f6-0474-4a1a-ae4e-34e72e834577" providerId="ADAL" clId="{26079376-1CB7-4248-A459-77DBD464A2F0}" dt="2025-09-22T13:03:29.403" v="562" actId="790"/>
        <pc:sldMkLst>
          <pc:docMk/>
          <pc:sldMk cId="174446469" sldId="2147375427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74446469" sldId="2147375427"/>
            <ac:spMk id="2" creationId="{704CE11D-474F-849A-BF01-F85D20E03CB2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74446469" sldId="2147375427"/>
            <ac:spMk id="3" creationId="{8034E067-C2DE-01D2-9FCD-AF264494068D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74446469" sldId="2147375427"/>
            <ac:spMk id="4" creationId="{AA60ED3F-3899-C473-3C1D-549150471D84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174446469" sldId="2147375427"/>
            <ac:spMk id="19" creationId="{3F5AA16E-FAB8-61A5-A87A-87A3D9E2510A}"/>
          </ac:spMkLst>
        </pc:spChg>
        <pc:picChg chg="add del mod">
          <ac:chgData name="Yanko Godaert" userId="326cb8f6-0474-4a1a-ae4e-34e72e834577" providerId="ADAL" clId="{26079376-1CB7-4248-A459-77DBD464A2F0}" dt="2025-09-22T12:57:05.507" v="411" actId="1076"/>
          <ac:picMkLst>
            <pc:docMk/>
            <pc:sldMk cId="174446469" sldId="2147375427"/>
            <ac:picMk id="5" creationId="{5E960F2E-6541-419C-7E11-C23F0F535926}"/>
          </ac:picMkLst>
        </pc:picChg>
      </pc:sldChg>
      <pc:sldChg chg="del">
        <pc:chgData name="Yanko Godaert" userId="326cb8f6-0474-4a1a-ae4e-34e72e834577" providerId="ADAL" clId="{26079376-1CB7-4248-A459-77DBD464A2F0}" dt="2025-09-22T12:48:04.920" v="325" actId="2696"/>
        <pc:sldMkLst>
          <pc:docMk/>
          <pc:sldMk cId="2299839303" sldId="2147375445"/>
        </pc:sldMkLst>
      </pc:sldChg>
      <pc:sldChg chg="del">
        <pc:chgData name="Yanko Godaert" userId="326cb8f6-0474-4a1a-ae4e-34e72e834577" providerId="ADAL" clId="{26079376-1CB7-4248-A459-77DBD464A2F0}" dt="2025-09-22T12:48:00.350" v="324" actId="2696"/>
        <pc:sldMkLst>
          <pc:docMk/>
          <pc:sldMk cId="3378034274" sldId="2147375446"/>
        </pc:sldMkLst>
      </pc:sldChg>
      <pc:sldChg chg="del">
        <pc:chgData name="Yanko Godaert" userId="326cb8f6-0474-4a1a-ae4e-34e72e834577" providerId="ADAL" clId="{26079376-1CB7-4248-A459-77DBD464A2F0}" dt="2025-09-22T12:47:55.873" v="323" actId="2696"/>
        <pc:sldMkLst>
          <pc:docMk/>
          <pc:sldMk cId="3992856" sldId="2147375447"/>
        </pc:sldMkLst>
      </pc:sldChg>
      <pc:sldChg chg="addSp modSp mod">
        <pc:chgData name="Yanko Godaert" userId="326cb8f6-0474-4a1a-ae4e-34e72e834577" providerId="ADAL" clId="{26079376-1CB7-4248-A459-77DBD464A2F0}" dt="2025-09-22T14:30:26.097" v="970" actId="20577"/>
        <pc:sldMkLst>
          <pc:docMk/>
          <pc:sldMk cId="3155363891" sldId="2147375448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155363891" sldId="2147375448"/>
            <ac:spMk id="7" creationId="{DF5C84D0-6947-DE6B-5BC3-A7307CD0840B}"/>
          </ac:spMkLst>
        </pc:spChg>
        <pc:spChg chg="mod">
          <ac:chgData name="Yanko Godaert" userId="326cb8f6-0474-4a1a-ae4e-34e72e834577" providerId="ADAL" clId="{26079376-1CB7-4248-A459-77DBD464A2F0}" dt="2025-09-22T14:30:26.097" v="970" actId="20577"/>
          <ac:spMkLst>
            <pc:docMk/>
            <pc:sldMk cId="3155363891" sldId="2147375448"/>
            <ac:spMk id="8" creationId="{C81B8318-9CBD-A70B-2A89-E73CF266D4C3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155363891" sldId="2147375448"/>
            <ac:spMk id="14" creationId="{85EB1F72-F86F-E5DB-41EA-85D87748D73F}"/>
          </ac:spMkLst>
        </pc:spChg>
        <pc:picChg chg="add mod">
          <ac:chgData name="Yanko Godaert" userId="326cb8f6-0474-4a1a-ae4e-34e72e834577" providerId="ADAL" clId="{26079376-1CB7-4248-A459-77DBD464A2F0}" dt="2025-09-22T13:26:39.363" v="782"/>
          <ac:picMkLst>
            <pc:docMk/>
            <pc:sldMk cId="3155363891" sldId="2147375448"/>
            <ac:picMk id="3" creationId="{38067B95-3C23-A91D-9B87-1065A5207F1F}"/>
          </ac:picMkLst>
        </pc:picChg>
      </pc:sldChg>
      <pc:sldChg chg="modSp del mod">
        <pc:chgData name="Yanko Godaert" userId="326cb8f6-0474-4a1a-ae4e-34e72e834577" providerId="ADAL" clId="{26079376-1CB7-4248-A459-77DBD464A2F0}" dt="2025-09-22T13:16:03.947" v="776" actId="2696"/>
        <pc:sldMkLst>
          <pc:docMk/>
          <pc:sldMk cId="4125663127" sldId="2147375449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4125663127" sldId="2147375449"/>
            <ac:spMk id="7" creationId="{4397B49C-032A-156C-7A05-173512204A1E}"/>
          </ac:spMkLst>
        </pc:spChg>
        <pc:spChg chg="mod">
          <ac:chgData name="Yanko Godaert" userId="326cb8f6-0474-4a1a-ae4e-34e72e834577" providerId="ADAL" clId="{26079376-1CB7-4248-A459-77DBD464A2F0}" dt="2025-09-22T13:15:30.263" v="769" actId="27636"/>
          <ac:spMkLst>
            <pc:docMk/>
            <pc:sldMk cId="4125663127" sldId="2147375449"/>
            <ac:spMk id="8" creationId="{9B8E78FC-F3A3-3D50-471D-66FBCF6165DD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4125663127" sldId="2147375449"/>
            <ac:spMk id="14" creationId="{17A11358-571E-1086-5C1A-2703415C342D}"/>
          </ac:spMkLst>
        </pc:spChg>
      </pc:sldChg>
      <pc:sldChg chg="addSp modSp mod">
        <pc:chgData name="Yanko Godaert" userId="326cb8f6-0474-4a1a-ae4e-34e72e834577" providerId="ADAL" clId="{26079376-1CB7-4248-A459-77DBD464A2F0}" dt="2025-09-22T15:51:27.161" v="998" actId="20577"/>
        <pc:sldMkLst>
          <pc:docMk/>
          <pc:sldMk cId="624479838" sldId="2147375451"/>
        </pc:sldMkLst>
        <pc:spChg chg="mod">
          <ac:chgData name="Yanko Godaert" userId="326cb8f6-0474-4a1a-ae4e-34e72e834577" providerId="ADAL" clId="{26079376-1CB7-4248-A459-77DBD464A2F0}" dt="2025-09-22T15:51:27.161" v="998" actId="20577"/>
          <ac:spMkLst>
            <pc:docMk/>
            <pc:sldMk cId="624479838" sldId="2147375451"/>
            <ac:spMk id="4" creationId="{1A7CCFDD-392B-D272-CC48-A7ACAE37BC06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624479838" sldId="2147375451"/>
            <ac:spMk id="7" creationId="{6EBD9837-0CC1-1F10-4330-223DA49542AD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624479838" sldId="2147375451"/>
            <ac:spMk id="14" creationId="{03FE8488-5A26-DA6D-8D53-7B927D419999}"/>
          </ac:spMkLst>
        </pc:spChg>
        <pc:picChg chg="add mod">
          <ac:chgData name="Yanko Godaert" userId="326cb8f6-0474-4a1a-ae4e-34e72e834577" providerId="ADAL" clId="{26079376-1CB7-4248-A459-77DBD464A2F0}" dt="2025-09-22T13:27:35.056" v="790"/>
          <ac:picMkLst>
            <pc:docMk/>
            <pc:sldMk cId="624479838" sldId="2147375451"/>
            <ac:picMk id="3" creationId="{4110CCF4-20C9-54D0-1E6A-CBF9212AB3F3}"/>
          </ac:picMkLst>
        </pc:picChg>
      </pc:sldChg>
      <pc:sldChg chg="addSp modSp mod">
        <pc:chgData name="Yanko Godaert" userId="326cb8f6-0474-4a1a-ae4e-34e72e834577" providerId="ADAL" clId="{26079376-1CB7-4248-A459-77DBD464A2F0}" dt="2025-09-22T13:27:30.738" v="788"/>
        <pc:sldMkLst>
          <pc:docMk/>
          <pc:sldMk cId="896983145" sldId="2147375452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896983145" sldId="2147375452"/>
            <ac:spMk id="4" creationId="{E03A541E-4914-432F-6076-9449FDFC262C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896983145" sldId="2147375452"/>
            <ac:spMk id="7" creationId="{CA81E1B6-AF7E-C688-7545-1685B8E3E14C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896983145" sldId="2147375452"/>
            <ac:spMk id="14" creationId="{86376C91-D8C5-2D33-49AA-F0F52CFA2FCF}"/>
          </ac:spMkLst>
        </pc:spChg>
        <pc:picChg chg="add mod">
          <ac:chgData name="Yanko Godaert" userId="326cb8f6-0474-4a1a-ae4e-34e72e834577" providerId="ADAL" clId="{26079376-1CB7-4248-A459-77DBD464A2F0}" dt="2025-09-22T13:27:30.738" v="788"/>
          <ac:picMkLst>
            <pc:docMk/>
            <pc:sldMk cId="896983145" sldId="2147375452"/>
            <ac:picMk id="3" creationId="{F4B63359-B930-DFC7-F97A-981CB1C6F89E}"/>
          </ac:picMkLst>
        </pc:picChg>
      </pc:sldChg>
      <pc:sldChg chg="addSp delSp modSp mod">
        <pc:chgData name="Yanko Godaert" userId="326cb8f6-0474-4a1a-ae4e-34e72e834577" providerId="ADAL" clId="{26079376-1CB7-4248-A459-77DBD464A2F0}" dt="2025-09-22T15:46:45.045" v="976" actId="14826"/>
        <pc:sldMkLst>
          <pc:docMk/>
          <pc:sldMk cId="3014114910" sldId="2147375453"/>
        </pc:sldMkLst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014114910" sldId="2147375453"/>
            <ac:spMk id="7" creationId="{9BD67AB6-3577-9ABC-677D-60CE8E2B55AA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014114910" sldId="2147375453"/>
            <ac:spMk id="14" creationId="{FAF769CA-66B1-7D3E-0184-C97A51E000D7}"/>
          </ac:spMkLst>
        </pc:spChg>
        <pc:picChg chg="add del mod">
          <ac:chgData name="Yanko Godaert" userId="326cb8f6-0474-4a1a-ae4e-34e72e834577" providerId="ADAL" clId="{26079376-1CB7-4248-A459-77DBD464A2F0}" dt="2025-09-22T13:28:58.595" v="820" actId="478"/>
          <ac:picMkLst>
            <pc:docMk/>
            <pc:sldMk cId="3014114910" sldId="2147375453"/>
            <ac:picMk id="3" creationId="{723AE6F3-286C-D744-F4E7-21FA471443C4}"/>
          </ac:picMkLst>
        </pc:picChg>
        <pc:picChg chg="add mod">
          <ac:chgData name="Yanko Godaert" userId="326cb8f6-0474-4a1a-ae4e-34e72e834577" providerId="ADAL" clId="{26079376-1CB7-4248-A459-77DBD464A2F0}" dt="2025-09-22T13:28:56.240" v="819"/>
          <ac:picMkLst>
            <pc:docMk/>
            <pc:sldMk cId="3014114910" sldId="2147375453"/>
            <ac:picMk id="4" creationId="{A22F85E3-9C3C-BCE1-4643-0F8F29F6EB9B}"/>
          </ac:picMkLst>
        </pc:picChg>
        <pc:picChg chg="mod">
          <ac:chgData name="Yanko Godaert" userId="326cb8f6-0474-4a1a-ae4e-34e72e834577" providerId="ADAL" clId="{26079376-1CB7-4248-A459-77DBD464A2F0}" dt="2025-09-22T15:46:45.045" v="976" actId="14826"/>
          <ac:picMkLst>
            <pc:docMk/>
            <pc:sldMk cId="3014114910" sldId="2147375453"/>
            <ac:picMk id="6" creationId="{020EAF4C-474F-6290-CAC8-04F2088C01EE}"/>
          </ac:picMkLst>
        </pc:picChg>
      </pc:sldChg>
      <pc:sldChg chg="addSp modSp mod">
        <pc:chgData name="Yanko Godaert" userId="326cb8f6-0474-4a1a-ae4e-34e72e834577" providerId="ADAL" clId="{26079376-1CB7-4248-A459-77DBD464A2F0}" dt="2025-09-22T15:50:05.696" v="980" actId="13926"/>
        <pc:sldMkLst>
          <pc:docMk/>
          <pc:sldMk cId="3013171098" sldId="2147375454"/>
        </pc:sldMkLst>
        <pc:spChg chg="mod">
          <ac:chgData name="Yanko Godaert" userId="326cb8f6-0474-4a1a-ae4e-34e72e834577" providerId="ADAL" clId="{26079376-1CB7-4248-A459-77DBD464A2F0}" dt="2025-09-22T15:50:05.696" v="980" actId="13926"/>
          <ac:spMkLst>
            <pc:docMk/>
            <pc:sldMk cId="3013171098" sldId="2147375454"/>
            <ac:spMk id="4" creationId="{0F017314-E68C-BB6F-CC4D-1E43645E6C69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013171098" sldId="2147375454"/>
            <ac:spMk id="7" creationId="{A732E028-3F63-9B95-9DF9-301908D64009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3013171098" sldId="2147375454"/>
            <ac:spMk id="14" creationId="{95070C98-3F63-6184-4589-8C356CEC9DB4}"/>
          </ac:spMkLst>
        </pc:spChg>
        <pc:picChg chg="add mod">
          <ac:chgData name="Yanko Godaert" userId="326cb8f6-0474-4a1a-ae4e-34e72e834577" providerId="ADAL" clId="{26079376-1CB7-4248-A459-77DBD464A2F0}" dt="2025-09-22T13:27:42.104" v="795"/>
          <ac:picMkLst>
            <pc:docMk/>
            <pc:sldMk cId="3013171098" sldId="2147375454"/>
            <ac:picMk id="3" creationId="{2A1A56D1-DA64-BB54-B6A0-C2C9F719FDC7}"/>
          </ac:picMkLst>
        </pc:picChg>
      </pc:sldChg>
      <pc:sldChg chg="addSp modSp mod">
        <pc:chgData name="Yanko Godaert" userId="326cb8f6-0474-4a1a-ae4e-34e72e834577" providerId="ADAL" clId="{26079376-1CB7-4248-A459-77DBD464A2F0}" dt="2025-09-22T15:50:50.695" v="990" actId="20577"/>
        <pc:sldMkLst>
          <pc:docMk/>
          <pc:sldMk cId="739121192" sldId="2147375456"/>
        </pc:sldMkLst>
        <pc:spChg chg="mod">
          <ac:chgData name="Yanko Godaert" userId="326cb8f6-0474-4a1a-ae4e-34e72e834577" providerId="ADAL" clId="{26079376-1CB7-4248-A459-77DBD464A2F0}" dt="2025-09-22T15:50:50.695" v="990" actId="20577"/>
          <ac:spMkLst>
            <pc:docMk/>
            <pc:sldMk cId="739121192" sldId="2147375456"/>
            <ac:spMk id="3" creationId="{A2A90BF4-C828-5231-C4AD-FE0467476A9A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739121192" sldId="2147375456"/>
            <ac:spMk id="7" creationId="{3A0294BB-9EB8-E2D1-0695-F1BFA3EBAFD9}"/>
          </ac:spMkLst>
        </pc:spChg>
        <pc:spChg chg="mod">
          <ac:chgData name="Yanko Godaert" userId="326cb8f6-0474-4a1a-ae4e-34e72e834577" providerId="ADAL" clId="{26079376-1CB7-4248-A459-77DBD464A2F0}" dt="2025-09-22T13:03:29.403" v="562" actId="790"/>
          <ac:spMkLst>
            <pc:docMk/>
            <pc:sldMk cId="739121192" sldId="2147375456"/>
            <ac:spMk id="14" creationId="{AC57A4CD-4B82-00C9-646A-52C96D673E7D}"/>
          </ac:spMkLst>
        </pc:spChg>
        <pc:picChg chg="add mod">
          <ac:chgData name="Yanko Godaert" userId="326cb8f6-0474-4a1a-ae4e-34e72e834577" providerId="ADAL" clId="{26079376-1CB7-4248-A459-77DBD464A2F0}" dt="2025-09-22T13:27:40.047" v="793"/>
          <ac:picMkLst>
            <pc:docMk/>
            <pc:sldMk cId="739121192" sldId="2147375456"/>
            <ac:picMk id="4" creationId="{179D72D3-526B-B314-BCF9-2EA5C5E191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EF23E-A793-6E47-8FF0-1DDA5D730DA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1FDC6-70A6-BF48-8ED0-107F97503A0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8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55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&gt; 350 !!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42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b="0" i="0">
              <a:effectLst/>
              <a:latin typeface="Roboto" panose="02000000000000000000" pitchFamily="2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18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54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22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0AE3-3308-BABE-6054-FB9FC416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D802B5F-64B2-B7AE-CC80-A896CBFFF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A9C10A0-D141-08C4-C3F1-2EF2AED13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DCCCEE-582E-9F1C-AD5B-0007C05A6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6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46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16C0-55CF-33C3-9FDB-033D3EE8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A0010FC-E4B6-A789-4855-F4F66FD1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B2FD02C-804D-D035-09FA-5E1F6397A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383F423-A008-F773-C29B-DF4F5EADE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2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4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EE7E1-657B-8EDD-DE70-B7A8FD58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B1A537B-5141-1FAE-1C3A-227DACEAB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DE6F25F-8F7F-FB56-0350-E4D1B19CB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9F9B546-574C-EDE2-D13E-17E6DB279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37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09829-FD4F-7676-FB09-0D8ECB3D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0169D02-B590-7D6C-83BC-D46005B45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583808A-D4DE-C4A3-B101-F3D3E1C53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0C475DB-AFE3-8256-0E28-7E9C0200B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nl-BE" sz="180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50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A72A-DD93-90F5-FA08-5561A124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07CCEBB-2B75-D037-245D-988F4161C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9DCAA08-D522-E74B-AFDF-D3BE8B21B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nl-BE" sz="180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48923D8-AAF8-4861-C81E-A08C8BFF2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72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785C-AD83-A5FE-7DA6-57769B0F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4725C1B-8966-28FA-EE94-7AEF57429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C481A55-24D2-95E1-9E27-9D3530239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6A5F27-26A9-6176-E6F1-66A9B5C1D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48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105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70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nl-BE" sz="1800" b="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1FDC6-70A6-BF48-8ED0-107F97503A0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8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49A5AD-D694-CE4A-854E-0C0220763415}"/>
              </a:ext>
            </a:extLst>
          </p:cNvPr>
          <p:cNvSpPr/>
          <p:nvPr userDrawn="1"/>
        </p:nvSpPr>
        <p:spPr>
          <a:xfrm>
            <a:off x="-1" y="0"/>
            <a:ext cx="8889357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5860648" cy="3194994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69168"/>
            <a:ext cx="5860648" cy="1655762"/>
          </a:xfrm>
        </p:spPr>
        <p:txBody>
          <a:bodyPr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FC54A1-10E1-9647-AD2B-1AB5F9D5AB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1798" cy="6077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EBEA59-B386-8645-A63B-7CB41F3C668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908648" y="0"/>
            <a:ext cx="330264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9A5AD-D694-CE4A-854E-0C0220763415}"/>
              </a:ext>
            </a:extLst>
          </p:cNvPr>
          <p:cNvSpPr/>
          <p:nvPr userDrawn="1"/>
        </p:nvSpPr>
        <p:spPr>
          <a:xfrm>
            <a:off x="-1" y="0"/>
            <a:ext cx="8889357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5860648" cy="3194994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69168"/>
            <a:ext cx="5860648" cy="1655762"/>
          </a:xfrm>
        </p:spPr>
        <p:txBody>
          <a:bodyPr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5946224-271B-6F46-A717-2968E3C3C2BB}"/>
              </a:ext>
            </a:extLst>
          </p:cNvPr>
          <p:cNvSpPr/>
          <p:nvPr userDrawn="1"/>
        </p:nvSpPr>
        <p:spPr>
          <a:xfrm>
            <a:off x="8889356" y="0"/>
            <a:ext cx="3321935" cy="6858000"/>
          </a:xfrm>
          <a:prstGeom prst="rect">
            <a:avLst/>
          </a:prstGeom>
          <a:solidFill>
            <a:srgbClr val="42A6B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87DF41-FB95-2A4D-9F88-A2632FD051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4653" cy="60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D14FB-0145-0F40-805C-59F6241140D7}"/>
              </a:ext>
            </a:extLst>
          </p:cNvPr>
          <p:cNvSpPr txBox="1"/>
          <p:nvPr userDrawn="1"/>
        </p:nvSpPr>
        <p:spPr>
          <a:xfrm>
            <a:off x="-3175785" y="688535"/>
            <a:ext cx="2539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insert a custom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Place image into the picture placeholder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 to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Copy the blue overlay and GeoSolutions logo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Close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Paste the overlay and the logo over the image</a:t>
            </a:r>
          </a:p>
        </p:txBody>
      </p:sp>
    </p:spTree>
    <p:extLst>
      <p:ext uri="{BB962C8B-B14F-4D97-AF65-F5344CB8AC3E}">
        <p14:creationId xmlns:p14="http://schemas.microsoft.com/office/powerpoint/2010/main" val="212012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7411656" cy="3194994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rgbClr val="42A6B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69168"/>
            <a:ext cx="7411656" cy="1655762"/>
          </a:xfrm>
        </p:spPr>
        <p:txBody>
          <a:bodyPr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3C3BF-BFBE-864B-AE31-BCAEEB6D1E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1798" cy="6077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F5E1FFC-4810-B945-9A75-6E8A431A9127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9CC029-9CD4-784C-8518-6FDFE2885BC8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0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BAED9A0-7476-C446-A425-9C04F84EF62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F52EB-0198-8447-B709-58F71FB86D4F}"/>
              </a:ext>
            </a:extLst>
          </p:cNvPr>
          <p:cNvSpPr/>
          <p:nvPr userDrawn="1"/>
        </p:nvSpPr>
        <p:spPr>
          <a:xfrm>
            <a:off x="1" y="-1"/>
            <a:ext cx="12191999" cy="6858000"/>
          </a:xfrm>
          <a:prstGeom prst="rect">
            <a:avLst/>
          </a:prstGeom>
          <a:solidFill>
            <a:srgbClr val="42A6B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7411656" cy="3194994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69168"/>
            <a:ext cx="7411656" cy="1655762"/>
          </a:xfrm>
        </p:spPr>
        <p:txBody>
          <a:bodyPr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F25C0F-45E6-2B4A-92B6-3ACA12C59C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4653" cy="6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7B5A66-575D-EE48-87B1-6FAFFC04835E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5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698ABC-1D68-1A49-83B1-B067F30120C1}"/>
              </a:ext>
            </a:extLst>
          </p:cNvPr>
          <p:cNvSpPr txBox="1"/>
          <p:nvPr userDrawn="1"/>
        </p:nvSpPr>
        <p:spPr>
          <a:xfrm>
            <a:off x="-3175785" y="688535"/>
            <a:ext cx="253917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insert a custom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Place image into the picture placeholder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 to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Copy the blue overlay, GeoSolutions logo and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Close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Paste the overlay, logo and icon over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Bring text to 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6268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49A5AD-D694-CE4A-854E-0C0220763415}"/>
              </a:ext>
            </a:extLst>
          </p:cNvPr>
          <p:cNvSpPr/>
          <p:nvPr userDrawn="1"/>
        </p:nvSpPr>
        <p:spPr>
          <a:xfrm>
            <a:off x="-1" y="0"/>
            <a:ext cx="5046563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3129023" cy="5035369"/>
          </a:xfrm>
        </p:spPr>
        <p:txBody>
          <a:bodyPr anchor="ctr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FC54A1-10E1-9647-AD2B-1AB5F9D5AB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1798" cy="6077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7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AFE9676-CEDF-AB42-A5E8-012F25C0619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046562" y="0"/>
            <a:ext cx="7145438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9A5AD-D694-CE4A-854E-0C0220763415}"/>
              </a:ext>
            </a:extLst>
          </p:cNvPr>
          <p:cNvSpPr/>
          <p:nvPr userDrawn="1"/>
        </p:nvSpPr>
        <p:spPr>
          <a:xfrm>
            <a:off x="-1" y="0"/>
            <a:ext cx="5046563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8A5B03-810B-CF40-9C94-465ABB426871}"/>
              </a:ext>
            </a:extLst>
          </p:cNvPr>
          <p:cNvSpPr/>
          <p:nvPr userDrawn="1"/>
        </p:nvSpPr>
        <p:spPr>
          <a:xfrm>
            <a:off x="5046562" y="0"/>
            <a:ext cx="7145438" cy="6858000"/>
          </a:xfrm>
          <a:prstGeom prst="rect">
            <a:avLst/>
          </a:prstGeom>
          <a:solidFill>
            <a:srgbClr val="42A6B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4CAD79-2B0C-2C4B-8791-D561BDF2EE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4653" cy="608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9783A72-5331-754C-8069-BC22C7FA21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3129023" cy="5035369"/>
          </a:xfrm>
        </p:spPr>
        <p:txBody>
          <a:bodyPr anchor="ctr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05BD1-616E-954F-8B17-55FBB89F6941}"/>
              </a:ext>
            </a:extLst>
          </p:cNvPr>
          <p:cNvSpPr txBox="1"/>
          <p:nvPr userDrawn="1"/>
        </p:nvSpPr>
        <p:spPr>
          <a:xfrm>
            <a:off x="-3175785" y="688535"/>
            <a:ext cx="253917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insert a custom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Place image into the picture placeholder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 to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Copy the blue overlay, GeoSolutions logo and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Close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Paste the overlay and the logo over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Bring text to front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76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04CF-0F43-8946-88A7-7512B2A6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C67138-634C-404F-B1C6-BB5978511E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0" y="1666754"/>
            <a:ext cx="10080625" cy="49076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52B300F-7507-C14E-9E0D-6E4343ED1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1614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43C98FD-643E-1940-9E14-4A6DF179735B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304CF-0F43-8946-88A7-7512B2A6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008113-5866-AB42-893E-3CBDD3465D1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78D45B-6F3D-874A-A322-E1820F0CA708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C26D632-7AAB-B54C-B18A-54C515EC2B8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0" y="1666754"/>
            <a:ext cx="10080625" cy="49076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FC219CB-8511-944B-A7C1-5AC367163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42A6B2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178884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923637-1FCD-FA46-A4F6-2C3FA378FE5C}"/>
              </a:ext>
            </a:extLst>
          </p:cNvPr>
          <p:cNvSpPr/>
          <p:nvPr userDrawn="1"/>
        </p:nvSpPr>
        <p:spPr>
          <a:xfrm>
            <a:off x="831850" y="0"/>
            <a:ext cx="8057506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A5F56-CAD8-A24D-8BF5-2840FF96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E78CC-FC56-E241-A95D-A60A0FC61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66B23-23A0-6E48-9B6A-CEF8E67C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638300" y="411813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189200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B5AC-114C-834C-9785-D41D1A78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D72F4-1AAD-524E-A94D-F3941CB10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5810" y="1666800"/>
            <a:ext cx="4827600" cy="48613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ED9C4-5FF2-0A4C-842D-FD89F5BFA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9752" y="1666800"/>
            <a:ext cx="4826645" cy="48613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CDD5AA6-8117-274B-BAA0-66CDD7226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281303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B5AC-114C-834C-9785-D41D1A78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D72F4-1AAD-524E-A94D-F3941CB10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5810" y="1666800"/>
            <a:ext cx="4827600" cy="48613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ED9C4-5FF2-0A4C-842D-FD89F5BFA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9752" y="1666800"/>
            <a:ext cx="4826645" cy="48613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522EA-4671-D84E-977C-81CE978405EC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1339BB-3080-284D-A365-2313FA600D38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CFBC593-E72A-834B-BE08-3B5D7E7E82C3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5363A37-1ED6-E04A-BBF0-08FC96E7D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42A6B2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339686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416C-7E2B-9F45-AF53-3EEBDDF58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812" y="1666800"/>
            <a:ext cx="4827600" cy="752309"/>
          </a:xfrm>
        </p:spPr>
        <p:txBody>
          <a:bodyPr anchor="b">
            <a:normAutofit/>
          </a:bodyPr>
          <a:lstStyle>
            <a:lvl1pPr marL="0" indent="0">
              <a:buNone/>
              <a:defRPr sz="26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45187-E7FE-5F41-8BD8-C40408904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5812" y="2505074"/>
            <a:ext cx="4827600" cy="3942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B6A8F-DCD7-D944-B23D-E4ABD2963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8797" y="1666800"/>
            <a:ext cx="4827600" cy="752309"/>
          </a:xfrm>
        </p:spPr>
        <p:txBody>
          <a:bodyPr anchor="b">
            <a:normAutofit/>
          </a:bodyPr>
          <a:lstStyle>
            <a:lvl1pPr marL="0" indent="0">
              <a:buNone/>
              <a:defRPr sz="26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CCA4C-4B6F-E445-9814-1F79197CF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8797" y="2505074"/>
            <a:ext cx="4827600" cy="3942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0CCFCE-5753-2E45-9ECF-FDE24E06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812" y="191505"/>
            <a:ext cx="1008058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1372E83-93F1-AD48-ABBE-0106D13AD4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406719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416C-7E2B-9F45-AF53-3EEBDDF58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812" y="1666800"/>
            <a:ext cx="4827600" cy="752309"/>
          </a:xfrm>
        </p:spPr>
        <p:txBody>
          <a:bodyPr anchor="b">
            <a:normAutofit/>
          </a:bodyPr>
          <a:lstStyle>
            <a:lvl1pPr marL="0" indent="0">
              <a:buNone/>
              <a:defRPr sz="26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45187-E7FE-5F41-8BD8-C40408904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5812" y="2505074"/>
            <a:ext cx="4827600" cy="3942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B6A8F-DCD7-D944-B23D-E4ABD2963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8797" y="1666800"/>
            <a:ext cx="4827600" cy="752309"/>
          </a:xfrm>
        </p:spPr>
        <p:txBody>
          <a:bodyPr anchor="b">
            <a:normAutofit/>
          </a:bodyPr>
          <a:lstStyle>
            <a:lvl1pPr marL="0" indent="0">
              <a:buNone/>
              <a:defRPr sz="26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CCA4C-4B6F-E445-9814-1F79197CF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8797" y="2505074"/>
            <a:ext cx="4827600" cy="3942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0CCFCE-5753-2E45-9ECF-FDE24E06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812" y="191505"/>
            <a:ext cx="1008058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E8598-E7AD-5D47-A6AB-F89298DCEE25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1F2EC2-ED27-E043-98BB-8D0282E9D29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32EE472-96B7-7141-9272-E9BC803B8101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4602FC4-9151-A543-BA6F-B4E8D21A9C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42A6B2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2113377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ECA2-0E42-A747-AB33-AB721697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B1E9B5-76E8-E548-B530-7A588B296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946464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ECA2-0E42-A747-AB33-AB721697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ECA6E-CDA0-ED49-B65B-E1C5BA6F0B6E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5E765-F228-424C-B242-B83EDBCDE74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D7E718-AA83-E349-81E1-AC334A97B367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2E81AB7-3502-AC4B-8FB4-EE063DB38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42A6B2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2510654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91F3297-115A-0C48-ACB6-301F1403D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1375543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12628-7059-CE41-96CC-03C5E13B6C71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4001E-4690-D845-90E3-A0DEC632F70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3F849-B81F-E84D-852C-C8A47E391B41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B972158-F8C4-5745-986F-3B56255CA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42A6B2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2755103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CE19D-FB48-C44D-86E8-979606867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1106" y="0"/>
            <a:ext cx="1136089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57268B4-C980-1B46-A75D-B3AE85C3E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2622318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CE19D-FB48-C44D-86E8-979606867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1999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CF944-58A0-A34D-BF58-DEC01FB6FDC8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E8F031-E849-FF4B-9A1B-385935C366EB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B9A47-20C3-3B4D-8313-DD8F9E1839F2}"/>
              </a:ext>
            </a:extLst>
          </p:cNvPr>
          <p:cNvSpPr txBox="1"/>
          <p:nvPr userDrawn="1"/>
        </p:nvSpPr>
        <p:spPr>
          <a:xfrm>
            <a:off x="-3175785" y="688535"/>
            <a:ext cx="2539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insert a custom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Place image into the picture placeholder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Go to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Copy the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Close Slide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Paste the icon over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4087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CE19D-FB48-C44D-86E8-979606867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1106" y="0"/>
            <a:ext cx="805825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09DDE8-D580-D34E-AC06-9C3356CE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218" y="191505"/>
            <a:ext cx="2187614" cy="6452363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0D2E71-64FB-AA45-9772-4478E96D7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23504559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CE19D-FB48-C44D-86E8-979606867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8889356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09DDE8-D580-D34E-AC06-9C3356CE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218" y="191505"/>
            <a:ext cx="2187614" cy="6452363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92771-1220-E54F-B4AD-0B05222447D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222553-D497-3C49-8801-7B144DC271BE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5602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CE19D-FB48-C44D-86E8-979606867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1106" y="0"/>
            <a:ext cx="4215456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6507AD-35C5-E94E-B84C-D8714098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24" y="191505"/>
            <a:ext cx="61693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E6D6C1B-0D15-6049-A16A-977F96931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21124" y="1666801"/>
            <a:ext cx="6169105" cy="48498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52FF0E4-9699-824E-82B2-91E45F625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3712478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CE19D-FB48-C44D-86E8-979606867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5046562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6507AD-35C5-E94E-B84C-D8714098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124" y="191505"/>
            <a:ext cx="61693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5A264-C587-D744-9C10-9175A2B1930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5F199-0BC7-D047-83A7-832386175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1124" y="1666801"/>
            <a:ext cx="6169105" cy="48498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E68590-2F03-D549-9B42-782B8D5F5626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659508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5A2E87-8C9C-BD40-8120-A139F3377CE2}"/>
              </a:ext>
            </a:extLst>
          </p:cNvPr>
          <p:cNvSpPr/>
          <p:nvPr userDrawn="1"/>
        </p:nvSpPr>
        <p:spPr>
          <a:xfrm>
            <a:off x="4224759" y="3173506"/>
            <a:ext cx="7967241" cy="3684494"/>
          </a:xfrm>
          <a:prstGeom prst="rect">
            <a:avLst/>
          </a:prstGeom>
          <a:solidFill>
            <a:srgbClr val="F2F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C27668-2145-D34E-9BAF-5A0F810A7F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5250" y="1649896"/>
            <a:ext cx="2292350" cy="4924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4FF6730-3A14-EC46-B527-7D1487BB59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4338" y="0"/>
            <a:ext cx="4029075" cy="317350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3BFDB-295A-3A49-9CCA-94B19751F0C8}"/>
              </a:ext>
            </a:extLst>
          </p:cNvPr>
          <p:cNvSpPr/>
          <p:nvPr userDrawn="1"/>
        </p:nvSpPr>
        <p:spPr>
          <a:xfrm>
            <a:off x="4224337" y="-1"/>
            <a:ext cx="4029076" cy="3173507"/>
          </a:xfrm>
          <a:prstGeom prst="rect">
            <a:avLst/>
          </a:prstGeom>
          <a:solidFill>
            <a:srgbClr val="42A6B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D09B5E-345B-104E-84E6-26EBF9A2ED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9312" y="533446"/>
            <a:ext cx="3159125" cy="21066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500">
                <a:solidFill>
                  <a:schemeClr val="bg1"/>
                </a:solidFill>
                <a:latin typeface="Barlow Condensed Medium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3217E44-033D-6940-9BA5-600A47C1D2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24080" y="533445"/>
            <a:ext cx="2878187" cy="223290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 i="1">
                <a:solidFill>
                  <a:srgbClr val="42A6B2"/>
                </a:solidFill>
                <a:latin typeface="Barlow Condensed Medium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E97EF3C-074E-FF4B-B4AD-8CE0EFA9E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8387" y="1189847"/>
            <a:ext cx="460817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000" b="1" i="0">
                <a:solidFill>
                  <a:srgbClr val="42A6B2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5CE5E-686A-5C44-A0C0-038B65A5E7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60888" y="3923818"/>
            <a:ext cx="2174875" cy="265002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C400082-B328-3A42-8BB9-E6E7403A2A1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892" y="3923818"/>
            <a:ext cx="2174875" cy="265002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311045CF-9A31-B44B-96D4-DC84D92674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82896" y="3923818"/>
            <a:ext cx="2174875" cy="265002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BB56EFA-5B96-074C-BD30-DCB94B2B13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0888" y="3298785"/>
            <a:ext cx="2174875" cy="523891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Challenge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4EB3EE-0717-1A4B-905D-503D27ECCF9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071892" y="3318718"/>
            <a:ext cx="2174875" cy="523891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Solution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F0ABEFD-48A8-3D48-986E-BD8533459CA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582895" y="3319398"/>
            <a:ext cx="2174875" cy="523891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Result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DC855DD-4205-5C4E-88EE-4DCA0A684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5813" y="191505"/>
            <a:ext cx="2291788" cy="1325563"/>
          </a:xfrm>
        </p:spPr>
        <p:txBody>
          <a:bodyPr/>
          <a:lstStyle/>
          <a:p>
            <a:r>
              <a:rPr lang="en-US"/>
              <a:t>Case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C0556CBC-F0AA-A343-93BC-6C9538F11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3559517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5A2E87-8C9C-BD40-8120-A139F3377CE2}"/>
              </a:ext>
            </a:extLst>
          </p:cNvPr>
          <p:cNvSpPr/>
          <p:nvPr userDrawn="1"/>
        </p:nvSpPr>
        <p:spPr>
          <a:xfrm>
            <a:off x="4224759" y="3173506"/>
            <a:ext cx="7967241" cy="3684494"/>
          </a:xfrm>
          <a:prstGeom prst="rect">
            <a:avLst/>
          </a:prstGeom>
          <a:solidFill>
            <a:srgbClr val="F2F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C27668-2145-D34E-9BAF-5A0F810A7F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5250" y="1649896"/>
            <a:ext cx="2292350" cy="4924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4FF6730-3A14-EC46-B527-7D1487BB59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4338" y="0"/>
            <a:ext cx="4029075" cy="317350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3BFDB-295A-3A49-9CCA-94B19751F0C8}"/>
              </a:ext>
            </a:extLst>
          </p:cNvPr>
          <p:cNvSpPr/>
          <p:nvPr userDrawn="1"/>
        </p:nvSpPr>
        <p:spPr>
          <a:xfrm>
            <a:off x="4224337" y="-1"/>
            <a:ext cx="4029076" cy="3173507"/>
          </a:xfrm>
          <a:prstGeom prst="rect">
            <a:avLst/>
          </a:prstGeom>
          <a:solidFill>
            <a:srgbClr val="42A6B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D09B5E-345B-104E-84E6-26EBF9A2ED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9312" y="533446"/>
            <a:ext cx="3159125" cy="21066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500">
                <a:solidFill>
                  <a:schemeClr val="bg1"/>
                </a:solidFill>
                <a:latin typeface="Barlow Condensed Medium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3217E44-033D-6940-9BA5-600A47C1D2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24080" y="533445"/>
            <a:ext cx="2878187" cy="223290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 i="1">
                <a:solidFill>
                  <a:srgbClr val="42A6B2"/>
                </a:solidFill>
                <a:latin typeface="Barlow Condensed Medium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E97EF3C-074E-FF4B-B4AD-8CE0EFA9E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8387" y="1189847"/>
            <a:ext cx="460817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4000" b="1" i="0">
                <a:solidFill>
                  <a:srgbClr val="42A6B2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C5CE5E-686A-5C44-A0C0-038B65A5E7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60888" y="3923818"/>
            <a:ext cx="2174875" cy="265002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C400082-B328-3A42-8BB9-E6E7403A2A1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71892" y="3923818"/>
            <a:ext cx="2174875" cy="265002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311045CF-9A31-B44B-96D4-DC84D92674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82896" y="3923818"/>
            <a:ext cx="2174875" cy="265002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BB56EFA-5B96-074C-BD30-DCB94B2B13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0888" y="3298785"/>
            <a:ext cx="2174875" cy="523891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Challenge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4EB3EE-0717-1A4B-905D-503D27ECCF9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071892" y="3318718"/>
            <a:ext cx="2174875" cy="523891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Solution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F0ABEFD-48A8-3D48-986E-BD8533459CA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582895" y="3319398"/>
            <a:ext cx="2174875" cy="523891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Barlow Condensed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Result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DC855DD-4205-5C4E-88EE-4DCA0A684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5813" y="191505"/>
            <a:ext cx="2291788" cy="1325563"/>
          </a:xfrm>
        </p:spPr>
        <p:txBody>
          <a:bodyPr/>
          <a:lstStyle/>
          <a:p>
            <a:r>
              <a:rPr lang="en-US"/>
              <a:t>Case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178C59-261D-AE42-AFDB-5B7ECF866E4E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346A54-763A-D04E-8D61-70F1E9DD7BC6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33206AA-F64A-8A49-B4B9-D75AC74F8B13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7CB4D4E-13EB-574F-92FC-AD7B51E09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42A6B2"/>
                </a:solidFill>
              </a:defRPr>
            </a:lvl1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3849892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52BF6C-47A2-FD40-BFDB-8824D7572AFE}"/>
              </a:ext>
            </a:extLst>
          </p:cNvPr>
          <p:cNvSpPr/>
          <p:nvPr userDrawn="1"/>
        </p:nvSpPr>
        <p:spPr>
          <a:xfrm>
            <a:off x="775504" y="0"/>
            <a:ext cx="11416496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EBEA59-B386-8645-A63B-7CB41F3C668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005434" y="1780014"/>
            <a:ext cx="2747059" cy="336823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8696" y="706056"/>
            <a:ext cx="5780712" cy="5497973"/>
          </a:xfrm>
        </p:spPr>
        <p:txBody>
          <a:bodyPr anchor="ctr" anchorCtr="0">
            <a:noAutofit/>
          </a:bodyPr>
          <a:lstStyle>
            <a:lvl1pPr algn="l">
              <a:defRPr sz="4000" b="0" i="1">
                <a:solidFill>
                  <a:schemeClr val="bg1"/>
                </a:solidFill>
                <a:latin typeface="Barlow Condense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CF5D9AB-5373-724E-B459-FDAAB1DB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/>
              <a:t>Insert footer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B12326-0772-3C44-8860-E879648A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7879" y="2994993"/>
            <a:ext cx="473133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7000" b="0" i="0">
                <a:solidFill>
                  <a:schemeClr val="bg1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13504" y="3886752"/>
            <a:ext cx="5795904" cy="827881"/>
          </a:xfrm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4342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EBEA59-B386-8645-A63B-7CB41F3C668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005434" y="1780014"/>
            <a:ext cx="2747059" cy="336823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8696" y="706056"/>
            <a:ext cx="5780712" cy="5497973"/>
          </a:xfrm>
        </p:spPr>
        <p:txBody>
          <a:bodyPr anchor="ctr" anchorCtr="0">
            <a:noAutofit/>
          </a:bodyPr>
          <a:lstStyle>
            <a:lvl1pPr algn="l">
              <a:defRPr sz="4000" b="0" i="1">
                <a:solidFill>
                  <a:srgbClr val="42A6B2"/>
                </a:solidFill>
                <a:latin typeface="Barlow Condense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CF5D9AB-5373-724E-B459-FDAAB1DB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/>
              <a:t>Insert footer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B12326-0772-3C44-8860-E879648A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7879" y="2994993"/>
            <a:ext cx="473133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7000" b="0" i="0">
                <a:solidFill>
                  <a:srgbClr val="42A6B2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13504" y="3886752"/>
            <a:ext cx="5795904" cy="827881"/>
          </a:xfrm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79635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7EBEA59-B386-8645-A63B-7CB41F3C668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005434" y="1780014"/>
            <a:ext cx="2747059" cy="336823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8696" y="706056"/>
            <a:ext cx="5780712" cy="5497973"/>
          </a:xfrm>
        </p:spPr>
        <p:txBody>
          <a:bodyPr anchor="ctr" anchorCtr="0">
            <a:noAutofit/>
          </a:bodyPr>
          <a:lstStyle>
            <a:lvl1pPr algn="l">
              <a:defRPr sz="4000" b="0" i="1">
                <a:solidFill>
                  <a:srgbClr val="42A6B2"/>
                </a:solidFill>
                <a:latin typeface="Barlow Condense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B12326-0772-3C44-8860-E879648A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7879" y="2994993"/>
            <a:ext cx="473133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7000" b="0" i="0">
                <a:solidFill>
                  <a:srgbClr val="42A6B2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13504" y="3886752"/>
            <a:ext cx="5795904" cy="827881"/>
          </a:xfrm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43FFE-1D5B-014B-A084-71108C01DD77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36E7AC-5A56-F64F-B05A-59035970598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49C89EA-BE6A-AA4B-85CD-864647F2CA4F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024EC2F-86E6-444D-AD94-33CA22E683AC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42A6B2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10779115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CBAA4B-EE1D-E340-8BB1-69C490364325}"/>
              </a:ext>
            </a:extLst>
          </p:cNvPr>
          <p:cNvSpPr/>
          <p:nvPr userDrawn="1"/>
        </p:nvSpPr>
        <p:spPr>
          <a:xfrm>
            <a:off x="798653" y="0"/>
            <a:ext cx="11393347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1095" y="706056"/>
            <a:ext cx="9218393" cy="5497973"/>
          </a:xfrm>
        </p:spPr>
        <p:txBody>
          <a:bodyPr anchor="ctr" anchorCtr="0">
            <a:noAutofit/>
          </a:bodyPr>
          <a:lstStyle>
            <a:lvl1pPr algn="l">
              <a:defRPr sz="6000" b="0" i="1">
                <a:solidFill>
                  <a:schemeClr val="bg1"/>
                </a:solidFill>
                <a:latin typeface="Barlow Condense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CF5D9AB-5373-724E-B459-FDAAB1DB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/>
              <a:t>Insert footer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B12326-0772-3C44-8860-E879648A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10279" y="2994993"/>
            <a:ext cx="473133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7000" b="0" i="0">
                <a:solidFill>
                  <a:schemeClr val="bg1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55904" y="4001654"/>
            <a:ext cx="5795904" cy="827881"/>
          </a:xfrm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211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1095" y="706056"/>
            <a:ext cx="9218393" cy="5497973"/>
          </a:xfrm>
        </p:spPr>
        <p:txBody>
          <a:bodyPr anchor="ctr" anchorCtr="0">
            <a:noAutofit/>
          </a:bodyPr>
          <a:lstStyle>
            <a:lvl1pPr algn="l">
              <a:defRPr sz="6000" b="0" i="1">
                <a:solidFill>
                  <a:srgbClr val="42A6B2"/>
                </a:solidFill>
                <a:latin typeface="Barlow Condense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CF5D9AB-5373-724E-B459-FDAAB1DB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/>
              <a:t>Insert footer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B12326-0772-3C44-8860-E879648A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10279" y="2994993"/>
            <a:ext cx="473133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7000" b="0" i="0">
                <a:solidFill>
                  <a:srgbClr val="42A6B2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55904" y="4001654"/>
            <a:ext cx="5795904" cy="827881"/>
          </a:xfrm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903982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984C-59AC-754D-ACFA-324DE5A4F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1095" y="706056"/>
            <a:ext cx="9218393" cy="5497973"/>
          </a:xfrm>
        </p:spPr>
        <p:txBody>
          <a:bodyPr anchor="ctr" anchorCtr="0">
            <a:noAutofit/>
          </a:bodyPr>
          <a:lstStyle>
            <a:lvl1pPr algn="l">
              <a:defRPr sz="6000" b="0" i="1">
                <a:solidFill>
                  <a:srgbClr val="42A6B2"/>
                </a:solidFill>
                <a:latin typeface="Barlow Condense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B12326-0772-3C44-8860-E879648A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10279" y="2994993"/>
            <a:ext cx="473133" cy="460049"/>
          </a:xfrm>
        </p:spPr>
        <p:txBody>
          <a:bodyPr anchor="ctr" anchorCtr="0">
            <a:noAutofit/>
          </a:bodyPr>
          <a:lstStyle>
            <a:lvl1pPr marL="0" indent="0">
              <a:buNone/>
              <a:defRPr sz="7000" b="0" i="0">
                <a:solidFill>
                  <a:srgbClr val="42A6B2"/>
                </a:solidFill>
                <a:latin typeface="Barlow" pitchFamily="2" charset="77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rlow Condensed Medium" pitchFamily="2" charset="77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D504-6247-BF4A-9FF2-ED94A9361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55904" y="4001654"/>
            <a:ext cx="5795904" cy="827881"/>
          </a:xfrm>
        </p:spPr>
        <p:txBody>
          <a:bodyPr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B512E-8E89-FC40-B51E-51D1CD7C8DD2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685EA3-DDDB-EE4B-B699-C8BC6D48AAEA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9FAC7D-3205-D14D-83A1-7597EEF65307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EF9AC10-3A29-E04C-94BF-19461375C785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992863" y="3717051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42A6B2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footer here</a:t>
            </a:r>
          </a:p>
        </p:txBody>
      </p:sp>
    </p:spTree>
    <p:extLst>
      <p:ext uri="{BB962C8B-B14F-4D97-AF65-F5344CB8AC3E}">
        <p14:creationId xmlns:p14="http://schemas.microsoft.com/office/powerpoint/2010/main" val="33079071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49A5AD-D694-CE4A-854E-0C022076341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38A71-9B72-B247-B91C-401AFD4AB88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B65D82-A461-8045-8153-7940D09601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4653" cy="608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2D7316-41CF-4645-91EC-09D3FD42BC41}"/>
              </a:ext>
            </a:extLst>
          </p:cNvPr>
          <p:cNvSpPr txBox="1"/>
          <p:nvPr userDrawn="1"/>
        </p:nvSpPr>
        <p:spPr>
          <a:xfrm>
            <a:off x="1523999" y="3061462"/>
            <a:ext cx="70528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0" i="0">
                <a:solidFill>
                  <a:schemeClr val="bg1"/>
                </a:solidFill>
                <a:latin typeface="Barlow Condensed" pitchFamily="2" charset="77"/>
              </a:rPr>
              <a:t>THANKS FOR YOUR ATTENTION.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97DC41-51AF-3E40-924E-5087EE3539A0}"/>
              </a:ext>
            </a:extLst>
          </p:cNvPr>
          <p:cNvSpPr txBox="1"/>
          <p:nvPr userDrawn="1"/>
        </p:nvSpPr>
        <p:spPr>
          <a:xfrm>
            <a:off x="1523999" y="4060381"/>
            <a:ext cx="705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latin typeface="Barlow" pitchFamily="2" charset="77"/>
              </a:rPr>
              <a:t>For more information, visit www.geosolutions.be.</a:t>
            </a:r>
          </a:p>
        </p:txBody>
      </p:sp>
    </p:spTree>
    <p:extLst>
      <p:ext uri="{BB962C8B-B14F-4D97-AF65-F5344CB8AC3E}">
        <p14:creationId xmlns:p14="http://schemas.microsoft.com/office/powerpoint/2010/main" val="41906946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277F5DF-D532-F64A-9E79-3D33F183573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484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47DD3AE-2B51-1B44-B9E3-F1A1071B45DF}"/>
              </a:ext>
            </a:extLst>
          </p:cNvPr>
          <p:cNvSpPr/>
          <p:nvPr userDrawn="1"/>
        </p:nvSpPr>
        <p:spPr>
          <a:xfrm>
            <a:off x="0" y="0"/>
            <a:ext cx="10764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6EB914-C043-A242-97E2-4F4EC0997098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5" cy="885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A62527-EEF4-7D40-A185-797E5D1680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2831" y="5891514"/>
            <a:ext cx="2521798" cy="6077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433AB7-49EB-1C44-838D-988230EDCF3F}"/>
              </a:ext>
            </a:extLst>
          </p:cNvPr>
          <p:cNvSpPr txBox="1"/>
          <p:nvPr userDrawn="1"/>
        </p:nvSpPr>
        <p:spPr>
          <a:xfrm>
            <a:off x="1523999" y="3061462"/>
            <a:ext cx="70528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0" i="0">
                <a:solidFill>
                  <a:srgbClr val="42A6B2"/>
                </a:solidFill>
                <a:latin typeface="Barlow Condensed" pitchFamily="2" charset="77"/>
              </a:rPr>
              <a:t>THANKS FOR YOUR ATTENTION.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F737F4-FF74-8B4D-B601-426EF480F86D}"/>
              </a:ext>
            </a:extLst>
          </p:cNvPr>
          <p:cNvSpPr txBox="1"/>
          <p:nvPr userDrawn="1"/>
        </p:nvSpPr>
        <p:spPr>
          <a:xfrm>
            <a:off x="1523999" y="4060381"/>
            <a:ext cx="705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latin typeface="Barlow" pitchFamily="2" charset="77"/>
              </a:rPr>
              <a:t>For more information, visit www.geosolutions.be.</a:t>
            </a:r>
          </a:p>
        </p:txBody>
      </p:sp>
    </p:spTree>
    <p:extLst>
      <p:ext uri="{BB962C8B-B14F-4D97-AF65-F5344CB8AC3E}">
        <p14:creationId xmlns:p14="http://schemas.microsoft.com/office/powerpoint/2010/main" val="6249861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B9F57F-7642-8F44-A9E6-4D80F9FF33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A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2DF370-B31C-404F-8D6B-832EC6629F62}"/>
              </a:ext>
            </a:extLst>
          </p:cNvPr>
          <p:cNvGrpSpPr/>
          <p:nvPr userDrawn="1"/>
        </p:nvGrpSpPr>
        <p:grpSpPr>
          <a:xfrm>
            <a:off x="474133" y="3751318"/>
            <a:ext cx="2720622" cy="2715820"/>
            <a:chOff x="3359332" y="2416627"/>
            <a:chExt cx="1232262" cy="123008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84E7E4-503C-3349-8206-67DC0740857F}"/>
                </a:ext>
              </a:extLst>
            </p:cNvPr>
            <p:cNvSpPr/>
            <p:nvPr/>
          </p:nvSpPr>
          <p:spPr>
            <a:xfrm>
              <a:off x="3618412" y="2416627"/>
              <a:ext cx="973182" cy="960121"/>
            </a:xfrm>
            <a:prstGeom prst="rect">
              <a:avLst/>
            </a:prstGeom>
            <a:noFill/>
            <a:ln w="1016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7469F4-8386-EF4F-8B14-6FAC55F2DAB1}"/>
                </a:ext>
              </a:extLst>
            </p:cNvPr>
            <p:cNvSpPr/>
            <p:nvPr/>
          </p:nvSpPr>
          <p:spPr>
            <a:xfrm>
              <a:off x="3359332" y="2686593"/>
              <a:ext cx="973182" cy="960121"/>
            </a:xfrm>
            <a:prstGeom prst="rect">
              <a:avLst/>
            </a:prstGeom>
            <a:noFill/>
            <a:ln w="101600">
              <a:solidFill>
                <a:schemeClr val="bg1">
                  <a:alpha val="1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EDAE5C-95E2-B54E-91FA-9B826F9D3461}"/>
                </a:ext>
              </a:extLst>
            </p:cNvPr>
            <p:cNvSpPr/>
            <p:nvPr/>
          </p:nvSpPr>
          <p:spPr>
            <a:xfrm>
              <a:off x="3955680" y="2786133"/>
              <a:ext cx="60739" cy="163235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A4D598A-50CE-2245-A80B-FB434CAE55C9}"/>
                </a:ext>
              </a:extLst>
            </p:cNvPr>
            <p:cNvSpPr/>
            <p:nvPr/>
          </p:nvSpPr>
          <p:spPr>
            <a:xfrm>
              <a:off x="3955680" y="3102480"/>
              <a:ext cx="60739" cy="163235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9B3343-F77E-9C4F-8830-AD505B3221DC}"/>
                </a:ext>
              </a:extLst>
            </p:cNvPr>
            <p:cNvSpPr/>
            <p:nvPr/>
          </p:nvSpPr>
          <p:spPr>
            <a:xfrm rot="5400000">
              <a:off x="4113854" y="2944307"/>
              <a:ext cx="60739" cy="163235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AEC497-B1A5-BC47-AAF0-28E7EAB7BCC8}"/>
                </a:ext>
              </a:extLst>
            </p:cNvPr>
            <p:cNvSpPr/>
            <p:nvPr/>
          </p:nvSpPr>
          <p:spPr>
            <a:xfrm rot="5400000">
              <a:off x="3797506" y="2944307"/>
              <a:ext cx="60739" cy="163235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A66F98-E46B-0143-A21D-130B5894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433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A85C17-CCEA-6F42-9188-0B6FA7B0533E}"/>
              </a:ext>
            </a:extLst>
          </p:cNvPr>
          <p:cNvSpPr/>
          <p:nvPr userDrawn="1"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rgbClr val="42A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25F420-D2EE-8248-AD85-E49438CF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812" y="191505"/>
            <a:ext cx="100805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2F342-1057-FC4F-9228-254DA9AD5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812" y="1666754"/>
            <a:ext cx="10080585" cy="4849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F31A-5061-734B-8DE4-E67823D15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Barlow Condensed Medium" pitchFamily="2" charset="77"/>
              </a:defRPr>
            </a:lvl1pPr>
          </a:lstStyle>
          <a:p>
            <a:r>
              <a:rPr lang="en-US"/>
              <a:t>Insert footer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916443-E555-6F4E-94F6-F6587292DE67}"/>
              </a:ext>
            </a:extLst>
          </p:cNvPr>
          <p:cNvSpPr txBox="1">
            <a:spLocks/>
          </p:cNvSpPr>
          <p:nvPr userDrawn="1"/>
        </p:nvSpPr>
        <p:spPr>
          <a:xfrm>
            <a:off x="112442" y="6358093"/>
            <a:ext cx="61331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F7BEA0-5B26-EE4C-AC39-5857326FA23D}" type="slidenum">
              <a:rPr lang="en-US" sz="1600" smtClean="0"/>
              <a:pPr/>
              <a:t>‹nr.›</a:t>
            </a:fld>
            <a:endParaRPr lang="en-US" sz="16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94087C-DE28-5A4C-BDE4-74ED87420E5B}"/>
              </a:ext>
            </a:extLst>
          </p:cNvPr>
          <p:cNvPicPr>
            <a:picLocks/>
          </p:cNvPicPr>
          <p:nvPr userDrawn="1"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05966"/>
            <a:ext cx="616856" cy="8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8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59" r:id="rId3"/>
    <p:sldLayoutId id="2147483675" r:id="rId4"/>
    <p:sldLayoutId id="2147483660" r:id="rId5"/>
    <p:sldLayoutId id="2147483672" r:id="rId6"/>
    <p:sldLayoutId id="2147483658" r:id="rId7"/>
    <p:sldLayoutId id="2147483661" r:id="rId8"/>
    <p:sldLayoutId id="2147483651" r:id="rId9"/>
    <p:sldLayoutId id="2147483652" r:id="rId10"/>
    <p:sldLayoutId id="2147483662" r:id="rId11"/>
    <p:sldLayoutId id="2147483653" r:id="rId12"/>
    <p:sldLayoutId id="2147483663" r:id="rId13"/>
    <p:sldLayoutId id="2147483654" r:id="rId14"/>
    <p:sldLayoutId id="2147483664" r:id="rId15"/>
    <p:sldLayoutId id="2147483655" r:id="rId16"/>
    <p:sldLayoutId id="2147483665" r:id="rId17"/>
    <p:sldLayoutId id="2147483657" r:id="rId18"/>
    <p:sldLayoutId id="2147483668" r:id="rId19"/>
    <p:sldLayoutId id="2147483666" r:id="rId20"/>
    <p:sldLayoutId id="2147483669" r:id="rId21"/>
    <p:sldLayoutId id="2147483667" r:id="rId22"/>
    <p:sldLayoutId id="2147483670" r:id="rId23"/>
    <p:sldLayoutId id="2147483676" r:id="rId24"/>
    <p:sldLayoutId id="2147483677" r:id="rId25"/>
    <p:sldLayoutId id="2147483687" r:id="rId26"/>
    <p:sldLayoutId id="2147483680" r:id="rId27"/>
    <p:sldLayoutId id="2147483682" r:id="rId28"/>
    <p:sldLayoutId id="2147483688" r:id="rId29"/>
    <p:sldLayoutId id="2147483681" r:id="rId30"/>
    <p:sldLayoutId id="2147483683" r:id="rId31"/>
    <p:sldLayoutId id="2147483684" r:id="rId32"/>
    <p:sldLayoutId id="2147483686" r:id="rId33"/>
    <p:sldLayoutId id="2147483689" r:id="rId3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42A6B2"/>
          </a:solidFill>
          <a:latin typeface="Barlow Condense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2A6B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2A6B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2A6B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2A6B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2A6B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6.jpeg"/><Relationship Id="rId4" Type="http://schemas.openxmlformats.org/officeDocument/2006/relationships/hyperlink" Target="https://www.vlaanderen.be/en/department-mobility-and-public-work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hyperlink" Target="https://gbfs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uthenticatie.vlaanderen.be/" TargetMode="External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hyperlink" Target="https://docs.mapstore.geosolutionsgroup.com/en/latest/developer-guide/integrations/users/openId/#openid-connect-experimenta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109256-C7D9-4142-817C-3E7C4DB798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4" r="12"/>
          <a:stretch>
            <a:fillRect/>
          </a:stretch>
        </p:blipFill>
        <p:spPr>
          <a:xfrm>
            <a:off x="20" y="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EDBCB2-C64D-4533-A1E2-0017525CED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107" y="5558929"/>
            <a:ext cx="3735686" cy="900239"/>
          </a:xfrm>
          <a:prstGeom prst="rect">
            <a:avLst/>
          </a:prstGeom>
        </p:spPr>
      </p:pic>
      <p:sp>
        <p:nvSpPr>
          <p:cNvPr id="2" name="TextBox 10">
            <a:extLst>
              <a:ext uri="{FF2B5EF4-FFF2-40B4-BE49-F238E27FC236}">
                <a16:creationId xmlns:a16="http://schemas.microsoft.com/office/drawing/2014/main" id="{AF7F6BF3-F0A2-4071-6F97-2E68154A16E2}"/>
              </a:ext>
            </a:extLst>
          </p:cNvPr>
          <p:cNvSpPr txBox="1"/>
          <p:nvPr/>
        </p:nvSpPr>
        <p:spPr>
          <a:xfrm>
            <a:off x="4997002" y="3429001"/>
            <a:ext cx="6917581" cy="313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4400" b="1" noProof="0" dirty="0">
                <a:solidFill>
                  <a:schemeClr val="bg1"/>
                </a:solidFill>
                <a:latin typeface="Barlow Light" panose="00000400000000000000" pitchFamily="2" charset="0"/>
              </a:rPr>
              <a:t>Supporting Mobility Decisions with MapStore</a:t>
            </a:r>
            <a:endParaRPr lang="en-US" sz="4400" noProof="0" dirty="0">
              <a:solidFill>
                <a:schemeClr val="bg1"/>
              </a:solidFill>
              <a:latin typeface="Barlow Light" panose="00000400000000000000" pitchFamily="2" charset="0"/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endParaRPr lang="en-US" sz="3200" noProof="0" dirty="0">
              <a:solidFill>
                <a:schemeClr val="bg1"/>
              </a:solidFill>
              <a:latin typeface="Barlow Light" panose="00000400000000000000" pitchFamily="2" charset="0"/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endParaRPr lang="en-US" sz="3200" noProof="0" dirty="0">
              <a:solidFill>
                <a:schemeClr val="bg1"/>
              </a:solidFill>
              <a:latin typeface="Barlow Light" panose="00000400000000000000" pitchFamily="2" charset="0"/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3200" noProof="0" dirty="0">
                <a:solidFill>
                  <a:schemeClr val="bg1"/>
                </a:solidFill>
                <a:latin typeface="Barlow Light" panose="00000400000000000000" pitchFamily="2" charset="0"/>
              </a:rPr>
              <a:t>Yanko Godaert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DC54438-3F20-3DE5-66E0-8FFDA0828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7321640" y="374472"/>
            <a:ext cx="446689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4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B874F50-F8B2-B5F1-E551-E77CA763F1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" t="56" r="3085"/>
          <a:stretch>
            <a:fillRect/>
          </a:stretch>
        </p:blipFill>
        <p:spPr bwMode="auto">
          <a:xfrm>
            <a:off x="0" y="-2534"/>
            <a:ext cx="12192000" cy="68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738ECCB-0839-2AA7-96A2-4376FDE02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762" y="6108831"/>
            <a:ext cx="400338" cy="68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A29C129-931B-86CF-6FF1-E3B1AF960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55" y="319888"/>
            <a:ext cx="3054350" cy="73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846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F5AA16E-FAB8-61A5-A87A-87A3D9E2510A}"/>
              </a:ext>
            </a:extLst>
          </p:cNvPr>
          <p:cNvSpPr txBox="1"/>
          <p:nvPr/>
        </p:nvSpPr>
        <p:spPr>
          <a:xfrm>
            <a:off x="10716984" y="4097461"/>
            <a:ext cx="894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88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04CE11D-474F-849A-BF01-F85D20E03CB2}"/>
              </a:ext>
            </a:extLst>
          </p:cNvPr>
          <p:cNvSpPr>
            <a:spLocks noGrp="1"/>
          </p:cNvSpPr>
          <p:nvPr/>
        </p:nvSpPr>
        <p:spPr>
          <a:xfrm rot="16200000">
            <a:off x="-1978045" y="3718382"/>
            <a:ext cx="47650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Barlow Condensed Medium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rlow Condensed Medium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FCF659F-E51D-1703-3FDE-9FE35B09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0686" y="1354594"/>
            <a:ext cx="11251314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034E067-C2DE-01D2-9FCD-AF264494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812" y="191505"/>
            <a:ext cx="10080585" cy="1038581"/>
          </a:xfrm>
        </p:spPr>
        <p:txBody>
          <a:bodyPr/>
          <a:lstStyle/>
          <a:p>
            <a:pPr algn="ctr"/>
            <a:r>
              <a:rPr lang="en-US" noProof="0" dirty="0"/>
              <a:t>OUR CLIENTS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AA60ED3F-3899-C473-3C1D-549150471D84}"/>
              </a:ext>
            </a:extLst>
          </p:cNvPr>
          <p:cNvSpPr/>
          <p:nvPr/>
        </p:nvSpPr>
        <p:spPr>
          <a:xfrm>
            <a:off x="5078437" y="1659988"/>
            <a:ext cx="1301261" cy="633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960F2E-6541-419C-7E11-C23F0F535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5993815" y="6330698"/>
            <a:ext cx="824578" cy="42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70ABCF-94B6-FA42-A347-CE13218CA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MapStore?</a:t>
            </a:r>
          </a:p>
        </p:txBody>
      </p:sp>
      <p:pic>
        <p:nvPicPr>
          <p:cNvPr id="2" name="Picture 2" descr="MapStore">
            <a:extLst>
              <a:ext uri="{FF2B5EF4-FFF2-40B4-BE49-F238E27FC236}">
                <a16:creationId xmlns:a16="http://schemas.microsoft.com/office/drawing/2014/main" id="{8E5ADD45-BBEE-34E9-807C-256B9E652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137" y="2531435"/>
            <a:ext cx="2535343" cy="221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D67EEFF-FB6D-2FDE-B9B5-CC8F90A2F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790991" y="5651500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6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7A402-D11F-E49A-12F4-11133D7F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MapStore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F6B5BD-8AB6-2B35-57C0-54047E5252F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i="0" noProof="0" dirty="0">
                <a:effectLst/>
                <a:latin typeface="Roboto" panose="02000000000000000000" pitchFamily="2" charset="0"/>
              </a:rPr>
              <a:t>Free &amp; Open Source</a:t>
            </a:r>
            <a:r>
              <a:rPr lang="en-US" b="0" i="0" noProof="0" dirty="0">
                <a:effectLst/>
                <a:latin typeface="Roboto" panose="02000000000000000000" pitchFamily="2" charset="0"/>
              </a:rPr>
              <a:t> </a:t>
            </a:r>
            <a:r>
              <a:rPr lang="en-US" b="0" i="0" noProof="0" dirty="0" err="1">
                <a:effectLst/>
                <a:latin typeface="Roboto" panose="02000000000000000000" pitchFamily="2" charset="0"/>
              </a:rPr>
              <a:t>WebGIS</a:t>
            </a:r>
            <a:r>
              <a:rPr lang="en-US" b="0" i="0" noProof="0" dirty="0">
                <a:effectLst/>
                <a:latin typeface="Roboto" panose="02000000000000000000" pitchFamily="2" charset="0"/>
              </a:rPr>
              <a:t> software</a:t>
            </a:r>
          </a:p>
          <a:p>
            <a:r>
              <a:rPr lang="en-US" b="1" noProof="0" dirty="0">
                <a:latin typeface="Roboto" panose="02000000000000000000" pitchFamily="2" charset="0"/>
              </a:rPr>
              <a:t>GeoSolutions (🤌)</a:t>
            </a:r>
            <a:r>
              <a:rPr lang="en-US" noProof="0" dirty="0">
                <a:latin typeface="Roboto" panose="02000000000000000000" pitchFamily="2" charset="0"/>
              </a:rPr>
              <a:t> product owner MapStore (&amp; </a:t>
            </a:r>
            <a:r>
              <a:rPr lang="en-US" noProof="0" dirty="0" err="1">
                <a:latin typeface="Roboto" panose="02000000000000000000" pitchFamily="2" charset="0"/>
              </a:rPr>
              <a:t>GeoNode</a:t>
            </a:r>
            <a:r>
              <a:rPr lang="en-US" noProof="0" dirty="0">
                <a:latin typeface="Roboto" panose="02000000000000000000" pitchFamily="2" charset="0"/>
              </a:rPr>
              <a:t>, GeoServer, GeoNetwork core contributor)</a:t>
            </a:r>
          </a:p>
          <a:p>
            <a:r>
              <a:rPr lang="en-US" b="1" noProof="0" dirty="0">
                <a:latin typeface="Roboto" panose="02000000000000000000" pitchFamily="2" charset="0"/>
              </a:rPr>
              <a:t>Geoportal</a:t>
            </a:r>
            <a:r>
              <a:rPr lang="en-US" noProof="0" dirty="0">
                <a:latin typeface="Roboto" panose="02000000000000000000" pitchFamily="2" charset="0"/>
              </a:rPr>
              <a:t> for creating, managing and sharing </a:t>
            </a:r>
            <a:r>
              <a:rPr lang="en-US" b="1" noProof="0" dirty="0">
                <a:latin typeface="Roboto" panose="02000000000000000000" pitchFamily="2" charset="0"/>
              </a:rPr>
              <a:t>maps, dashboards, geostories </a:t>
            </a:r>
          </a:p>
          <a:p>
            <a:r>
              <a:rPr lang="en-US" b="1" noProof="0" dirty="0">
                <a:latin typeface="Roboto" panose="02000000000000000000" pitchFamily="2" charset="0"/>
              </a:rPr>
              <a:t>‘out-of-the-box’ </a:t>
            </a:r>
            <a:r>
              <a:rPr lang="en-US" noProof="0" dirty="0">
                <a:latin typeface="Roboto" panose="02000000000000000000" pitchFamily="2" charset="0"/>
              </a:rPr>
              <a:t>lot of default GIS-viewer-functionalities</a:t>
            </a:r>
          </a:p>
          <a:p>
            <a:r>
              <a:rPr lang="en-US" b="1" noProof="0" dirty="0">
                <a:latin typeface="Roboto" panose="02000000000000000000" pitchFamily="2" charset="0"/>
              </a:rPr>
              <a:t>Advanced</a:t>
            </a:r>
            <a:r>
              <a:rPr lang="en-US" noProof="0" dirty="0">
                <a:latin typeface="Roboto" panose="02000000000000000000" pitchFamily="2" charset="0"/>
              </a:rPr>
              <a:t> </a:t>
            </a:r>
            <a:r>
              <a:rPr lang="en-US" b="1" noProof="0" dirty="0">
                <a:latin typeface="Roboto" panose="02000000000000000000" pitchFamily="2" charset="0"/>
              </a:rPr>
              <a:t>functionalities</a:t>
            </a:r>
            <a:r>
              <a:rPr lang="en-US" noProof="0" dirty="0">
                <a:latin typeface="Roboto" panose="02000000000000000000" pitchFamily="2" charset="0"/>
              </a:rPr>
              <a:t> (widgets, timeline, dashboards, geostories, 3D, …)</a:t>
            </a:r>
          </a:p>
          <a:p>
            <a:r>
              <a:rPr lang="en-US" b="1" noProof="0" dirty="0">
                <a:latin typeface="Roboto" panose="02000000000000000000" pitchFamily="2" charset="0"/>
              </a:rPr>
              <a:t>Adaptive</a:t>
            </a:r>
            <a:r>
              <a:rPr lang="en-US" noProof="0" dirty="0">
                <a:latin typeface="Roboto" panose="02000000000000000000" pitchFamily="2" charset="0"/>
              </a:rPr>
              <a:t> (desktop - mobile)</a:t>
            </a:r>
          </a:p>
          <a:p>
            <a:r>
              <a:rPr lang="en-US" b="0" i="0" noProof="0" dirty="0">
                <a:effectLst/>
                <a:latin typeface="Roboto" panose="02000000000000000000" pitchFamily="2" charset="0"/>
              </a:rPr>
              <a:t>Highly </a:t>
            </a:r>
            <a:r>
              <a:rPr lang="en-US" b="1" i="0" noProof="0" dirty="0">
                <a:effectLst/>
                <a:latin typeface="Roboto" panose="02000000000000000000" pitchFamily="2" charset="0"/>
              </a:rPr>
              <a:t>customizable </a:t>
            </a:r>
          </a:p>
          <a:p>
            <a:pPr lvl="1"/>
            <a:r>
              <a:rPr lang="en-US" b="0" i="0" noProof="0" dirty="0">
                <a:effectLst/>
                <a:latin typeface="Roboto" panose="02000000000000000000" pitchFamily="2" charset="0"/>
              </a:rPr>
              <a:t>Open Source</a:t>
            </a:r>
            <a:endParaRPr lang="en-US" noProof="0" dirty="0">
              <a:latin typeface="Roboto" panose="02000000000000000000" pitchFamily="2" charset="0"/>
            </a:endParaRPr>
          </a:p>
          <a:p>
            <a:pPr lvl="1"/>
            <a:r>
              <a:rPr lang="en-US" b="0" i="0" noProof="0" dirty="0">
                <a:effectLst/>
                <a:latin typeface="Roboto" panose="02000000000000000000" pitchFamily="2" charset="0"/>
              </a:rPr>
              <a:t>Extension framework</a:t>
            </a:r>
          </a:p>
          <a:p>
            <a:pPr lvl="1"/>
            <a:r>
              <a:rPr lang="en-US" noProof="0" dirty="0">
                <a:latin typeface="Roboto" panose="02000000000000000000" pitchFamily="2" charset="0"/>
              </a:rPr>
              <a:t>Downstream projects</a:t>
            </a:r>
            <a:endParaRPr lang="en-US" b="0" i="0" noProof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76AED51-F850-A2F9-F135-FC453B8EE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/>
              <a:t>What is MapStore?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4ECF-D0D5-2D81-54FD-E91DD137D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9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70ABCF-94B6-FA42-A347-CE13218CA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678" y="1122362"/>
            <a:ext cx="4004346" cy="5035369"/>
          </a:xfrm>
        </p:spPr>
        <p:txBody>
          <a:bodyPr/>
          <a:lstStyle/>
          <a:p>
            <a:r>
              <a:rPr lang="en-US" noProof="0" dirty="0" err="1"/>
              <a:t>MapStore@DMOW</a:t>
            </a:r>
            <a:endParaRPr lang="en-US" noProof="0" dirty="0"/>
          </a:p>
        </p:txBody>
      </p:sp>
      <p:pic>
        <p:nvPicPr>
          <p:cNvPr id="2" name="Picture 2" descr="MapStore">
            <a:extLst>
              <a:ext uri="{FF2B5EF4-FFF2-40B4-BE49-F238E27FC236}">
                <a16:creationId xmlns:a16="http://schemas.microsoft.com/office/drawing/2014/main" id="{8E5ADD45-BBEE-34E9-807C-256B9E652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8477" y="5304439"/>
            <a:ext cx="151575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mbers page | its">
            <a:extLst>
              <a:ext uri="{FF2B5EF4-FFF2-40B4-BE49-F238E27FC236}">
                <a16:creationId xmlns:a16="http://schemas.microsoft.com/office/drawing/2014/main" id="{52CB5062-769A-62AF-B4BD-A7B9C74AC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5569" y="2382195"/>
            <a:ext cx="5767753" cy="243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7E67CAC-9B0D-259C-B3EF-02C3E9D99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790991" y="5651500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7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DDFF2871-B975-CF90-D8C1-0AF3D34DE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C8631BA-183A-0E40-8279-5A85B586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Mobility and Public Works </a:t>
            </a:r>
            <a:br>
              <a:rPr lang="en-US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(DMOW)</a:t>
            </a:r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5EDBC7-D479-9B4D-A9A8-1DC188F92D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0" y="1666754"/>
            <a:ext cx="4363427" cy="4907665"/>
          </a:xfrm>
        </p:spPr>
        <p:txBody>
          <a:bodyPr>
            <a:normAutofit fontScale="92500" lnSpcReduction="10000"/>
          </a:bodyPr>
          <a:lstStyle/>
          <a:p>
            <a:endParaRPr lang="en-US" noProof="0" dirty="0"/>
          </a:p>
          <a:p>
            <a:r>
              <a:rPr lang="en-US" noProof="0" dirty="0"/>
              <a:t>Governmental institution of Flemish government (Flanders region)</a:t>
            </a:r>
          </a:p>
          <a:p>
            <a:r>
              <a:rPr lang="en-US" dirty="0"/>
              <a:t>Make Flanders move along</a:t>
            </a:r>
          </a:p>
          <a:p>
            <a:pPr lvl="1"/>
            <a:r>
              <a:rPr lang="en-US" dirty="0"/>
              <a:t>85 000 km roads</a:t>
            </a:r>
          </a:p>
          <a:p>
            <a:pPr lvl="1"/>
            <a:r>
              <a:rPr lang="en-US" dirty="0"/>
              <a:t>1 000 km waterways</a:t>
            </a:r>
          </a:p>
          <a:p>
            <a:pPr lvl="1"/>
            <a:r>
              <a:rPr lang="en-US" dirty="0"/>
              <a:t>4 ports</a:t>
            </a:r>
            <a:endParaRPr lang="en-US" b="1" dirty="0"/>
          </a:p>
          <a:p>
            <a:pPr marL="0" indent="0">
              <a:buNone/>
            </a:pPr>
            <a:r>
              <a:rPr lang="en-US" i="1" dirty="0"/>
              <a:t>&gt;&gt; big challenges in </a:t>
            </a:r>
            <a:r>
              <a:rPr lang="en-US" b="1" i="1" dirty="0"/>
              <a:t>safe, smart and sustainable mobility policy making with adequate infrastructure</a:t>
            </a:r>
            <a:endParaRPr lang="en-US" dirty="0"/>
          </a:p>
          <a:p>
            <a:r>
              <a:rPr lang="en-US" dirty="0"/>
              <a:t>Highly-location related domain </a:t>
            </a:r>
            <a:r>
              <a:rPr lang="en-US" i="1" dirty="0"/>
              <a:t>&gt;&gt; benefit from </a:t>
            </a:r>
            <a:r>
              <a:rPr lang="en-US" b="1" i="1" dirty="0"/>
              <a:t>geo-data enabled decision-making</a:t>
            </a:r>
          </a:p>
          <a:p>
            <a:pPr lvl="1"/>
            <a:r>
              <a:rPr lang="en-US" dirty="0"/>
              <a:t>MapStore</a:t>
            </a:r>
          </a:p>
          <a:p>
            <a:pPr lvl="1"/>
            <a:r>
              <a:rPr lang="en-US" dirty="0"/>
              <a:t>GeoServer</a:t>
            </a:r>
          </a:p>
          <a:p>
            <a:pPr lvl="1"/>
            <a:r>
              <a:rPr lang="en-US" dirty="0"/>
              <a:t>GeoNetwork</a:t>
            </a:r>
          </a:p>
          <a:p>
            <a:endParaRPr lang="en-US" noProof="0" dirty="0"/>
          </a:p>
          <a:p>
            <a:endParaRPr lang="en-US" b="1" noProof="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B2EB67B-7949-DD49-A81B-BF8FC067B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Department of Mobility and Public Works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1CAA89F5-C494-0AAE-E822-D8E96EF4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8093" y="1906854"/>
            <a:ext cx="6023586" cy="466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678CE37-52AA-5307-E0C5-F76A152B26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953920" y="1247402"/>
            <a:ext cx="907759" cy="46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5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A2067-879C-CCD4-797E-37ED4FB7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5C84D0-6947-DE6B-5BC3-A7307CD0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MapStore@DMOW</a:t>
            </a:r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1B8318-9CBD-A70B-2A89-E73CF266D4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49" y="1666754"/>
            <a:ext cx="7872536" cy="4907665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4 y setup</a:t>
            </a:r>
            <a:r>
              <a:rPr lang="en-US" noProof="0" dirty="0"/>
              <a:t> </a:t>
            </a:r>
            <a:r>
              <a:rPr lang="en-US" b="1" noProof="0" dirty="0"/>
              <a:t>open-source web-GIS-infra</a:t>
            </a:r>
          </a:p>
          <a:p>
            <a:pPr lvl="1"/>
            <a:r>
              <a:rPr lang="en-US" noProof="0" dirty="0"/>
              <a:t>GIS-viewer: </a:t>
            </a:r>
            <a:r>
              <a:rPr lang="en-US" b="1" noProof="0" dirty="0"/>
              <a:t>MapStore</a:t>
            </a:r>
            <a:r>
              <a:rPr lang="en-US" noProof="0" dirty="0"/>
              <a:t> downstream project</a:t>
            </a:r>
          </a:p>
          <a:p>
            <a:pPr lvl="1"/>
            <a:r>
              <a:rPr lang="en-US" noProof="0" dirty="0"/>
              <a:t>Webservices: </a:t>
            </a:r>
            <a:r>
              <a:rPr lang="en-US" b="1" noProof="0" dirty="0"/>
              <a:t>GeoServer</a:t>
            </a:r>
          </a:p>
          <a:p>
            <a:pPr lvl="1"/>
            <a:r>
              <a:rPr lang="en-US" noProof="0" dirty="0"/>
              <a:t>Metadata portal: </a:t>
            </a:r>
            <a:r>
              <a:rPr lang="en-US" b="1" noProof="0" dirty="0"/>
              <a:t>GeoNetwork</a:t>
            </a:r>
          </a:p>
          <a:p>
            <a:pPr lvl="1"/>
            <a:r>
              <a:rPr lang="en-US" noProof="0" dirty="0"/>
              <a:t>Databases: PostgreSQL</a:t>
            </a:r>
          </a:p>
          <a:p>
            <a:r>
              <a:rPr lang="en-US" b="1" noProof="0" dirty="0"/>
              <a:t>Maps, dashboards &amp; geostories </a:t>
            </a:r>
            <a:r>
              <a:rPr lang="en-US" noProof="0" dirty="0"/>
              <a:t>for different use cases</a:t>
            </a:r>
          </a:p>
          <a:p>
            <a:pPr lvl="1"/>
            <a:r>
              <a:rPr lang="en-US" noProof="0" dirty="0"/>
              <a:t>Internal</a:t>
            </a:r>
          </a:p>
          <a:p>
            <a:pPr lvl="1"/>
            <a:r>
              <a:rPr lang="en-US" noProof="0" dirty="0"/>
              <a:t>Public</a:t>
            </a:r>
          </a:p>
          <a:p>
            <a:pPr lvl="2"/>
            <a:r>
              <a:rPr lang="en-US" noProof="0" dirty="0"/>
              <a:t>Maps &amp; geostories</a:t>
            </a:r>
          </a:p>
          <a:p>
            <a:pPr lvl="2"/>
            <a:r>
              <a:rPr lang="en-US" noProof="0" dirty="0"/>
              <a:t>Embedded</a:t>
            </a:r>
          </a:p>
          <a:p>
            <a:r>
              <a:rPr lang="en-US" b="1" noProof="0" dirty="0"/>
              <a:t>Support contract GeoSolutions (Italy)</a:t>
            </a:r>
            <a:r>
              <a:rPr lang="en-US" noProof="0" dirty="0">
                <a:latin typeface="Roboto" panose="02000000000000000000" pitchFamily="2" charset="0"/>
              </a:rPr>
              <a:t>:</a:t>
            </a:r>
            <a:r>
              <a:rPr lang="en-US" b="0" i="0" noProof="0" dirty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noProof="0" dirty="0"/>
              <a:t>feature requests, priority bug fixes &amp; configuration support for MapStore, GeoServer, GeoNetwork</a:t>
            </a:r>
          </a:p>
          <a:p>
            <a:r>
              <a:rPr lang="en-US" sz="2100" b="1" noProof="0" dirty="0"/>
              <a:t>Role Geo Solutions (Belgium)</a:t>
            </a:r>
          </a:p>
          <a:p>
            <a:pPr lvl="1"/>
            <a:r>
              <a:rPr lang="en-US" noProof="0" dirty="0"/>
              <a:t>Not involved with initial setup (other projects)</a:t>
            </a:r>
          </a:p>
          <a:p>
            <a:pPr lvl="1"/>
            <a:r>
              <a:rPr lang="en-US" noProof="0" dirty="0"/>
              <a:t>Manage &amp; support MapStore project </a:t>
            </a:r>
          </a:p>
          <a:p>
            <a:pPr lvl="1"/>
            <a:r>
              <a:rPr lang="en-US" noProof="0" dirty="0"/>
              <a:t>E&amp;E data processing </a:t>
            </a:r>
          </a:p>
          <a:p>
            <a:pPr marL="457200" lvl="1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b="1" noProof="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5EB1F72-F86F-E5DB-41EA-85D87748D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Department of Mobility and Public Works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32C81CCB-8041-58C2-7E47-F0C18AB79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8067B95-3C23-A91D-9B87-1065A5207F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63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70ABCF-94B6-FA42-A347-CE13218CA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832" y="1122362"/>
            <a:ext cx="3926192" cy="5035369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44D6B0B-23E9-5B48-AF26-B151A521E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8477" y="1455247"/>
            <a:ext cx="6921847" cy="328047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CA3F942-B84C-805C-052C-80FA1A0A1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790991" y="5651500"/>
            <a:ext cx="1576998" cy="807052"/>
          </a:xfrm>
          <a:prstGeom prst="rect">
            <a:avLst/>
          </a:prstGeom>
        </p:spPr>
      </p:pic>
      <p:pic>
        <p:nvPicPr>
          <p:cNvPr id="3" name="Picture 4" descr="Members page | its">
            <a:extLst>
              <a:ext uri="{FF2B5EF4-FFF2-40B4-BE49-F238E27FC236}">
                <a16:creationId xmlns:a16="http://schemas.microsoft.com/office/drawing/2014/main" id="{F535748A-18D7-215E-9367-03780AA08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66119" y="5626276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103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842D-A0D6-1698-F770-532D256F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81E1B6-AF7E-C688-7545-1685B8E3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Case: Shared soft mobility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6376C91-D8C5-2D33-49AA-F0F52CFA2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2D285BDE-65E4-63AF-153B-AFE2FEED9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03A541E-4914-432F-6076-9449FDFC26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0" dirty="0"/>
              <a:t>Transport region Antwerp: </a:t>
            </a:r>
          </a:p>
          <a:p>
            <a:pPr lvl="1"/>
            <a:r>
              <a:rPr lang="en-US" b="1" noProof="0" dirty="0"/>
              <a:t>Current situation of shared soft mobility </a:t>
            </a:r>
            <a:r>
              <a:rPr lang="en-US" noProof="0" dirty="0"/>
              <a:t>(bikes &amp; scooters) ?</a:t>
            </a:r>
          </a:p>
          <a:p>
            <a:pPr lvl="1"/>
            <a:r>
              <a:rPr lang="en-US" b="1" noProof="0" dirty="0"/>
              <a:t>Where can we improve</a:t>
            </a:r>
            <a:r>
              <a:rPr lang="en-US" noProof="0" dirty="0"/>
              <a:t>? Which areas are underserved?</a:t>
            </a:r>
          </a:p>
          <a:p>
            <a:pPr lvl="1"/>
            <a:endParaRPr lang="en-US" noProof="0" dirty="0"/>
          </a:p>
          <a:p>
            <a:r>
              <a:rPr lang="en-US" b="1" noProof="0" dirty="0"/>
              <a:t>Processing</a:t>
            </a:r>
          </a:p>
          <a:p>
            <a:pPr lvl="1"/>
            <a:r>
              <a:rPr lang="en-US" noProof="0" dirty="0"/>
              <a:t>harvest all available </a:t>
            </a:r>
            <a:r>
              <a:rPr lang="en-US" b="1" noProof="0" dirty="0"/>
              <a:t>open </a:t>
            </a:r>
            <a:r>
              <a:rPr lang="en-US" b="1" noProof="0" dirty="0">
                <a:hlinkClick r:id="rId4"/>
              </a:rPr>
              <a:t>GBFS</a:t>
            </a:r>
            <a:r>
              <a:rPr lang="en-US" b="1" noProof="0" dirty="0"/>
              <a:t> data</a:t>
            </a:r>
          </a:p>
          <a:p>
            <a:pPr lvl="1"/>
            <a:r>
              <a:rPr lang="en-US" noProof="0" dirty="0"/>
              <a:t>aggregate on different levels of </a:t>
            </a:r>
            <a:r>
              <a:rPr lang="en-US" b="1" noProof="0" dirty="0"/>
              <a:t>administrative boundaries </a:t>
            </a:r>
          </a:p>
          <a:p>
            <a:pPr lvl="1"/>
            <a:r>
              <a:rPr lang="en-US" noProof="0" dirty="0"/>
              <a:t>enrich with number of </a:t>
            </a:r>
            <a:r>
              <a:rPr lang="en-US" b="1" noProof="0" dirty="0"/>
              <a:t>inhabitants</a:t>
            </a:r>
            <a:endParaRPr lang="en-US" noProof="0" dirty="0"/>
          </a:p>
          <a:p>
            <a:pPr lvl="1"/>
            <a:r>
              <a:rPr lang="en-US" noProof="0" dirty="0"/>
              <a:t>entire </a:t>
            </a:r>
            <a:r>
              <a:rPr lang="en-US" b="1" noProof="0" dirty="0"/>
              <a:t>Flanders region</a:t>
            </a:r>
          </a:p>
          <a:p>
            <a:endParaRPr lang="en-US" noProof="0" dirty="0"/>
          </a:p>
          <a:p>
            <a:r>
              <a:rPr lang="en-US" noProof="0" dirty="0"/>
              <a:t>Publish on </a:t>
            </a:r>
            <a:r>
              <a:rPr lang="en-US" b="1" noProof="0" dirty="0"/>
              <a:t>GeoServer</a:t>
            </a:r>
            <a:r>
              <a:rPr lang="en-US" noProof="0" dirty="0"/>
              <a:t>, with multiple styles</a:t>
            </a:r>
          </a:p>
          <a:p>
            <a:endParaRPr lang="en-US" noProof="0" dirty="0"/>
          </a:p>
          <a:p>
            <a:r>
              <a:rPr lang="en-US" noProof="0" dirty="0"/>
              <a:t>Create public </a:t>
            </a:r>
            <a:r>
              <a:rPr lang="en-US" b="1" noProof="0" dirty="0"/>
              <a:t>MapStore</a:t>
            </a:r>
            <a:r>
              <a:rPr lang="en-US" noProof="0" dirty="0"/>
              <a:t> </a:t>
            </a:r>
            <a:r>
              <a:rPr lang="en-US" b="1" noProof="0" dirty="0"/>
              <a:t>map </a:t>
            </a:r>
            <a:r>
              <a:rPr lang="en-US" noProof="0" dirty="0"/>
              <a:t>&gt;&gt; from open data to open data</a:t>
            </a:r>
            <a:endParaRPr lang="en-US" b="1" noProof="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B63359-B930-DFC7-F97A-981CB1C6F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83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8631BA-183A-0E40-8279-5A85B586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Demo: Shared soft mobility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B2EB67B-7949-DD49-A81B-BF8FC067B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BF8C2FAC-DFBF-BD50-02EA-E4356353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Tijdelijke aanduiding voor inhoud 17">
            <a:extLst>
              <a:ext uri="{FF2B5EF4-FFF2-40B4-BE49-F238E27FC236}">
                <a16:creationId xmlns:a16="http://schemas.microsoft.com/office/drawing/2014/main" id="{3B7CB06C-55A5-6B36-9701-D668AB7081F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5250" y="1835803"/>
            <a:ext cx="10080625" cy="4785006"/>
          </a:xfr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85223B7-4011-E2FB-60E4-F3B65A829F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953920" y="1247402"/>
            <a:ext cx="907759" cy="46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11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5326-00FF-BD97-5573-8CC456A7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BD9837-0CC1-1F10-4330-223DA495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Case: Intelligent Traffic Lights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FE8488-5A26-DA6D-8D53-7B927D419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E6B07AAE-761E-9BB3-C2F9-38F63FF04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A7CCFDD-392B-D272-CC48-A7ACAE37BC0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0" dirty="0"/>
              <a:t>Equip existing traffic lights with new </a:t>
            </a:r>
            <a:r>
              <a:rPr lang="en-US" b="1" noProof="0" dirty="0"/>
              <a:t>smart technology </a:t>
            </a:r>
          </a:p>
          <a:p>
            <a:pPr lvl="1"/>
            <a:r>
              <a:rPr lang="en-US" b="1" noProof="0" dirty="0"/>
              <a:t>React smoothly and adaptively </a:t>
            </a:r>
            <a:r>
              <a:rPr lang="en-US" noProof="0" dirty="0"/>
              <a:t>to road users at an intersection</a:t>
            </a:r>
          </a:p>
          <a:p>
            <a:pPr lvl="1"/>
            <a:r>
              <a:rPr lang="en-US" b="1" noProof="0" dirty="0"/>
              <a:t>Turning green faster or longer </a:t>
            </a:r>
            <a:r>
              <a:rPr lang="en-US" noProof="0" dirty="0"/>
              <a:t>based on the actual traffic ahead</a:t>
            </a:r>
          </a:p>
          <a:p>
            <a:pPr lvl="1"/>
            <a:r>
              <a:rPr lang="en-US" b="1" noProof="0" dirty="0"/>
              <a:t>Two-way communication </a:t>
            </a:r>
            <a:r>
              <a:rPr lang="en-US" noProof="0" dirty="0"/>
              <a:t>(e.g., emergency services)</a:t>
            </a:r>
          </a:p>
          <a:p>
            <a:pPr marL="457200" lvl="1" indent="0">
              <a:buNone/>
            </a:pPr>
            <a:endParaRPr lang="en-US" noProof="0" dirty="0"/>
          </a:p>
          <a:p>
            <a:r>
              <a:rPr lang="en-US" b="1" noProof="0" dirty="0"/>
              <a:t>Current situation</a:t>
            </a:r>
          </a:p>
          <a:p>
            <a:pPr lvl="1"/>
            <a:r>
              <a:rPr lang="en-US" noProof="0" dirty="0"/>
              <a:t>Active: 205</a:t>
            </a:r>
          </a:p>
          <a:p>
            <a:pPr lvl="1"/>
            <a:r>
              <a:rPr lang="en-US" noProof="0" dirty="0"/>
              <a:t>Under construction: 149</a:t>
            </a:r>
          </a:p>
          <a:p>
            <a:pPr lvl="1"/>
            <a:r>
              <a:rPr lang="en-US" noProof="0" dirty="0"/>
              <a:t>Scheduled: 63 </a:t>
            </a:r>
          </a:p>
          <a:p>
            <a:pPr marL="457200" lvl="1" indent="0">
              <a:buNone/>
            </a:pPr>
            <a:endParaRPr lang="en-US" noProof="0" dirty="0"/>
          </a:p>
          <a:p>
            <a:r>
              <a:rPr lang="en-US" b="1" noProof="0" dirty="0"/>
              <a:t>MapStore goals</a:t>
            </a:r>
          </a:p>
          <a:p>
            <a:pPr lvl="1"/>
            <a:r>
              <a:rPr lang="en-US" noProof="0" dirty="0"/>
              <a:t>Manage data &amp; status &gt;&gt; </a:t>
            </a:r>
            <a:r>
              <a:rPr lang="en-US" b="1" noProof="0" dirty="0"/>
              <a:t>WFS transaction </a:t>
            </a:r>
            <a:r>
              <a:rPr lang="en-US" noProof="0" dirty="0"/>
              <a:t>editing capability</a:t>
            </a:r>
          </a:p>
          <a:p>
            <a:pPr lvl="1"/>
            <a:r>
              <a:rPr lang="en-US" noProof="0" dirty="0"/>
              <a:t>Communication to </a:t>
            </a:r>
            <a:r>
              <a:rPr lang="en-US" b="1" noProof="0" dirty="0"/>
              <a:t>citizens</a:t>
            </a:r>
          </a:p>
          <a:p>
            <a:pPr lvl="2"/>
            <a:r>
              <a:rPr lang="en-US" noProof="0" dirty="0"/>
              <a:t>Simplified public map view</a:t>
            </a:r>
          </a:p>
          <a:p>
            <a:pPr lvl="2"/>
            <a:r>
              <a:rPr lang="en-US" noProof="0" dirty="0"/>
              <a:t>Embedded on website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110CCF4-20C9-54D0-1E6A-CBF9212AB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7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CAF7-BC04-11C3-0E0A-D666F67E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D67AB6-3577-9ABC-677D-60CE8E2B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Demo: Intelligent Traffic Lights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AF769CA-66B1-7D3E-0184-C97A51E00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020EAF4C-474F-6290-CAC8-04F2088C01E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5250" y="1864409"/>
            <a:ext cx="10080625" cy="4829395"/>
          </a:xfrm>
        </p:spPr>
      </p:pic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D7CDCE60-1092-C91E-7B12-FFF9B6E2A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22F85E3-9C3C-BCE1-4643-0F8F29F6E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953920" y="1247402"/>
            <a:ext cx="907759" cy="46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1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8631BA-183A-0E40-8279-5A85B586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Sidenote: Dutch translations 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B2EB67B-7949-DD49-A81B-BF8FC067B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B8468-688D-E604-47A3-EB2A412495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1" y="1666754"/>
            <a:ext cx="9409430" cy="4907665"/>
          </a:xfrm>
        </p:spPr>
        <p:txBody>
          <a:bodyPr>
            <a:normAutofit/>
          </a:bodyPr>
          <a:lstStyle/>
          <a:p>
            <a:r>
              <a:rPr lang="en-US" b="1" noProof="0" dirty="0"/>
              <a:t>MapStore UI </a:t>
            </a:r>
            <a:r>
              <a:rPr lang="en-US" noProof="0" dirty="0"/>
              <a:t>configured in Dutch</a:t>
            </a:r>
          </a:p>
          <a:p>
            <a:endParaRPr lang="en-US" noProof="0" dirty="0"/>
          </a:p>
          <a:p>
            <a:r>
              <a:rPr lang="en-US" noProof="0" dirty="0"/>
              <a:t>On every </a:t>
            </a:r>
            <a:r>
              <a:rPr lang="en-US" b="1" noProof="0" dirty="0"/>
              <a:t>MapStore update </a:t>
            </a:r>
            <a:r>
              <a:rPr lang="en-US" noProof="0" dirty="0"/>
              <a:t>DMOW</a:t>
            </a:r>
          </a:p>
          <a:p>
            <a:pPr lvl="1"/>
            <a:r>
              <a:rPr lang="en-US" noProof="0" dirty="0"/>
              <a:t>Checks &amp; updates Dutch translations</a:t>
            </a:r>
          </a:p>
          <a:p>
            <a:pPr lvl="1"/>
            <a:r>
              <a:rPr lang="en-US" noProof="0" dirty="0"/>
              <a:t>Pushes translations to source code</a:t>
            </a:r>
          </a:p>
          <a:p>
            <a:pPr marL="457200" lvl="1" indent="0">
              <a:buNone/>
            </a:pPr>
            <a:r>
              <a:rPr lang="en-US" noProof="0" dirty="0"/>
              <a:t>	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BC9E37AD-F846-85AE-D9D6-12267BCC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91D1E9D-06F5-F72F-A8BF-5B57587196C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9785" y="3854599"/>
            <a:ext cx="2051538" cy="205153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FC98ECF-71C4-F670-562F-8E7E5C08B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89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8C2D-4C19-0A37-44D5-91A90C27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0294BB-9EB8-E2D1-0695-F1BFA3EB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Sidenote: Authentication 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57A4CD-4B82-00C9-646A-52C96D673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A90BF4-C828-5231-C4AD-FE0467476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1" y="1666754"/>
            <a:ext cx="9409430" cy="490766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noProof="0" dirty="0"/>
              <a:t>Default internal authentication service</a:t>
            </a:r>
          </a:p>
          <a:p>
            <a:pPr marL="457200" indent="-457200">
              <a:buFont typeface="+mj-lt"/>
              <a:buAutoNum type="arabicPeriod"/>
            </a:pPr>
            <a:endParaRPr lang="en-US" b="1" noProof="0" dirty="0"/>
          </a:p>
          <a:p>
            <a:pPr marL="457200" indent="-457200">
              <a:buFont typeface="+mj-lt"/>
              <a:buAutoNum type="arabicPeriod"/>
            </a:pPr>
            <a:r>
              <a:rPr lang="en-US" b="1" noProof="0" dirty="0"/>
              <a:t>LDAP/AD service</a:t>
            </a:r>
          </a:p>
          <a:p>
            <a:pPr marL="457200" indent="-457200">
              <a:buFont typeface="+mj-lt"/>
              <a:buAutoNum type="arabicPeriod"/>
            </a:pPr>
            <a:endParaRPr lang="en-US" b="1" noProof="0" dirty="0"/>
          </a:p>
          <a:p>
            <a:pPr marL="457200" indent="-457200">
              <a:buFont typeface="+mj-lt"/>
              <a:buAutoNum type="arabicPeriod"/>
            </a:pPr>
            <a:r>
              <a:rPr lang="en-US" b="1" noProof="0" dirty="0"/>
              <a:t>OpenID service</a:t>
            </a:r>
            <a:r>
              <a:rPr lang="en-US" noProof="0" dirty="0"/>
              <a:t>	</a:t>
            </a:r>
          </a:p>
          <a:p>
            <a:pPr lvl="1"/>
            <a:r>
              <a:rPr lang="en-US" noProof="0" dirty="0"/>
              <a:t>OpenID Connect</a:t>
            </a:r>
          </a:p>
          <a:p>
            <a:pPr lvl="1"/>
            <a:r>
              <a:rPr lang="en-US" noProof="0" dirty="0"/>
              <a:t>Default providers</a:t>
            </a:r>
          </a:p>
          <a:p>
            <a:pPr lvl="2"/>
            <a:r>
              <a:rPr lang="en-US" noProof="0" dirty="0"/>
              <a:t>Google</a:t>
            </a:r>
          </a:p>
          <a:p>
            <a:pPr lvl="2"/>
            <a:r>
              <a:rPr lang="en-US" noProof="0" dirty="0"/>
              <a:t>Keycloak</a:t>
            </a:r>
          </a:p>
          <a:p>
            <a:pPr lvl="1"/>
            <a:r>
              <a:rPr lang="en-US" noProof="0" dirty="0">
                <a:highlight>
                  <a:srgbClr val="FFFF00"/>
                </a:highlight>
              </a:rPr>
              <a:t>Custom </a:t>
            </a:r>
            <a:r>
              <a:rPr lang="en-US" b="1" noProof="0" dirty="0">
                <a:highlight>
                  <a:srgbClr val="FFFF00"/>
                </a:highlight>
              </a:rPr>
              <a:t>ACM/IDM </a:t>
            </a:r>
            <a:r>
              <a:rPr lang="en-US" noProof="0" dirty="0">
                <a:highlight>
                  <a:srgbClr val="FFFF00"/>
                </a:highlight>
              </a:rPr>
              <a:t>provider</a:t>
            </a:r>
          </a:p>
          <a:p>
            <a:pPr lvl="2"/>
            <a:r>
              <a:rPr lang="en-US" noProof="0" dirty="0">
                <a:hlinkClick r:id="rId3"/>
              </a:rPr>
              <a:t>https://authenticatie.vlaanderen.be</a:t>
            </a:r>
            <a:endParaRPr lang="en-US" noProof="0" dirty="0"/>
          </a:p>
          <a:p>
            <a:pPr lvl="2"/>
            <a:r>
              <a:rPr lang="en-US" noProof="0" dirty="0"/>
              <a:t>Login VO/Itsme</a:t>
            </a:r>
          </a:p>
          <a:p>
            <a:pPr lvl="2"/>
            <a:r>
              <a:rPr lang="en-US" noProof="0" dirty="0"/>
              <a:t>User management </a:t>
            </a:r>
            <a:r>
              <a:rPr lang="en-US" u="sng" noProof="0" dirty="0"/>
              <a:t>not</a:t>
            </a:r>
            <a:r>
              <a:rPr lang="en-US" noProof="0" dirty="0"/>
              <a:t> in MapStore but external in ACM/IDM</a:t>
            </a:r>
          </a:p>
          <a:p>
            <a:pPr marL="457200" lvl="1" indent="0">
              <a:buNone/>
            </a:pPr>
            <a:r>
              <a:rPr lang="en-US" noProof="0" dirty="0"/>
              <a:t>	&gt;&gt; </a:t>
            </a:r>
            <a:r>
              <a:rPr lang="en-US" noProof="0" dirty="0">
                <a:hlinkClick r:id="rId4"/>
              </a:rPr>
              <a:t>generic (experimental) OpenID Connect provider</a:t>
            </a:r>
            <a:endParaRPr lang="en-US" noProof="0" dirty="0"/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9043D325-E26B-E8C1-64C6-3A1A69624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9D72D3-526B-B314-BCF9-2EA5C5E191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21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F397-54F5-0B2B-817B-E1EC09FB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32E028-3F63-9B95-9DF9-301908D6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/>
              <a:t>Case: PhotoViewer extension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5070C98-3F63-6184-4589-8C356CEC9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3C5EE89D-164C-0715-A3EB-0FDDB0CBF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017314-E68C-BB6F-CC4D-1E43645E6C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0" y="1666754"/>
            <a:ext cx="8200781" cy="4907665"/>
          </a:xfrm>
        </p:spPr>
        <p:txBody>
          <a:bodyPr/>
          <a:lstStyle/>
          <a:p>
            <a:r>
              <a:rPr lang="en-US" noProof="0" dirty="0"/>
              <a:t>Custom MapStore extension &gt;&gt; developed from </a:t>
            </a:r>
            <a:r>
              <a:rPr lang="en-US" b="1" noProof="0" dirty="0"/>
              <a:t>extension framework</a:t>
            </a:r>
          </a:p>
          <a:p>
            <a:endParaRPr lang="en-US" b="1" noProof="0" dirty="0"/>
          </a:p>
          <a:p>
            <a:r>
              <a:rPr lang="en-US" b="1" noProof="0" dirty="0"/>
              <a:t>Functionalities</a:t>
            </a:r>
          </a:p>
          <a:p>
            <a:pPr lvl="1"/>
            <a:r>
              <a:rPr lang="en-US" noProof="0" dirty="0"/>
              <a:t>View a picture on a map, linked to attributes in a dataset</a:t>
            </a:r>
          </a:p>
          <a:p>
            <a:pPr lvl="1"/>
            <a:r>
              <a:rPr lang="en-US" noProof="0" dirty="0"/>
              <a:t>Implement routes</a:t>
            </a:r>
          </a:p>
          <a:p>
            <a:pPr lvl="2"/>
            <a:r>
              <a:rPr lang="en-US" noProof="0" dirty="0"/>
              <a:t>Navigation </a:t>
            </a:r>
          </a:p>
          <a:p>
            <a:pPr lvl="2"/>
            <a:r>
              <a:rPr lang="en-US" noProof="0" dirty="0"/>
              <a:t>Animation </a:t>
            </a:r>
          </a:p>
          <a:p>
            <a:pPr lvl="1"/>
            <a:r>
              <a:rPr lang="en-US" noProof="0" dirty="0"/>
              <a:t>Generic &gt;&gt; lot of use cases</a:t>
            </a:r>
          </a:p>
          <a:p>
            <a:pPr lvl="2"/>
            <a:r>
              <a:rPr lang="en-US" noProof="0" dirty="0"/>
              <a:t>Custom street view</a:t>
            </a:r>
          </a:p>
          <a:p>
            <a:pPr lvl="2"/>
            <a:r>
              <a:rPr lang="en-US" noProof="0" dirty="0"/>
              <a:t>Graphs of FCD travel times</a:t>
            </a:r>
          </a:p>
          <a:p>
            <a:pPr lvl="2"/>
            <a:r>
              <a:rPr lang="en-US" b="1" noProof="0" dirty="0"/>
              <a:t>Historical aerial photographs &gt;&gt; demo POC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1A56D1-DA64-BB54-B6A0-C2C9F719F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1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8631BA-183A-0E40-8279-5A85B586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/>
              <a:t>Demo: PhotoViewer extension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B2EB67B-7949-DD49-A81B-BF8FC067B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CD05BC1A-6810-41B0-558C-35C53D906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6117BA40-3955-4A12-EF34-76A12FD10EC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5250" y="2357927"/>
            <a:ext cx="10080625" cy="3524859"/>
          </a:xfr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38D82BB-2FA7-2D58-E9CE-10CBECC65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826749" y="6082639"/>
            <a:ext cx="1253439" cy="64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5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8631BA-183A-0E40-8279-5A85B586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90" y="204822"/>
            <a:ext cx="10080585" cy="1325563"/>
          </a:xfrm>
        </p:spPr>
        <p:txBody>
          <a:bodyPr/>
          <a:lstStyle/>
          <a:p>
            <a:r>
              <a:rPr lang="en-US" noProof="0" dirty="0"/>
              <a:t>Case: Geostory bicycle infrastructure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B2EB67B-7949-DD49-A81B-BF8FC067B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638300" y="4118131"/>
            <a:ext cx="4114800" cy="365125"/>
          </a:xfrm>
        </p:spPr>
        <p:txBody>
          <a:bodyPr/>
          <a:lstStyle/>
          <a:p>
            <a:r>
              <a:rPr lang="en-US" noProof="0" dirty="0"/>
              <a:t>DMOW GIS Viewer</a:t>
            </a:r>
          </a:p>
        </p:txBody>
      </p:sp>
      <p:pic>
        <p:nvPicPr>
          <p:cNvPr id="2" name="Picture 4" descr="Members page | its">
            <a:extLst>
              <a:ext uri="{FF2B5EF4-FFF2-40B4-BE49-F238E27FC236}">
                <a16:creationId xmlns:a16="http://schemas.microsoft.com/office/drawing/2014/main" id="{2EBF9481-818F-B8EA-87F0-67C04A46E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1323" y="117305"/>
            <a:ext cx="2574614" cy="108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DD80DB1-77E7-EA4D-BAE8-EC3E5C8EED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65250" y="1666754"/>
            <a:ext cx="8544657" cy="4907665"/>
          </a:xfrm>
        </p:spPr>
        <p:txBody>
          <a:bodyPr/>
          <a:lstStyle/>
          <a:p>
            <a:r>
              <a:rPr lang="en-US" noProof="0" dirty="0"/>
              <a:t>Transport region Antwerp</a:t>
            </a:r>
          </a:p>
          <a:p>
            <a:r>
              <a:rPr lang="en-US" noProof="0" dirty="0"/>
              <a:t>Geostory to integrate a lot of complex location data in different maps into </a:t>
            </a:r>
            <a:r>
              <a:rPr lang="en-US" b="1" noProof="0" dirty="0"/>
              <a:t>one thematic overview </a:t>
            </a:r>
            <a:r>
              <a:rPr lang="en-US" noProof="0" dirty="0"/>
              <a:t>with extra contextual information in a Geostory</a:t>
            </a:r>
          </a:p>
          <a:p>
            <a:r>
              <a:rPr lang="en-US" noProof="0" dirty="0"/>
              <a:t>Integrated in reports &gt;&gt; </a:t>
            </a:r>
            <a:r>
              <a:rPr lang="en-US" b="1" noProof="0" dirty="0"/>
              <a:t>publicly shared with citizen</a:t>
            </a:r>
            <a:r>
              <a:rPr lang="en-US" b="1" dirty="0"/>
              <a:t>s</a:t>
            </a:r>
            <a:endParaRPr lang="en-US" b="1" noProof="0" dirty="0"/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5DF4355B-D9E9-2A95-DE0A-A775052A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8121" y="3314159"/>
            <a:ext cx="6760307" cy="320540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77B81F-8C00-539E-15F1-B71D7AABD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465" t="17967" r="2288" b="19770"/>
          <a:stretch>
            <a:fillRect/>
          </a:stretch>
        </p:blipFill>
        <p:spPr>
          <a:xfrm>
            <a:off x="10503191" y="5917053"/>
            <a:ext cx="1576998" cy="80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04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142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|1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8D5E065B0C874FA12038D9E16AF6C4" ma:contentTypeVersion="7" ma:contentTypeDescription="Create a new document." ma:contentTypeScope="" ma:versionID="44147be8cdf5b630486d8973ebc7ae07">
  <xsd:schema xmlns:xsd="http://www.w3.org/2001/XMLSchema" xmlns:xs="http://www.w3.org/2001/XMLSchema" xmlns:p="http://schemas.microsoft.com/office/2006/metadata/properties" xmlns:ns2="96dbead7-d16a-43bc-a776-137044d31fed" targetNamespace="http://schemas.microsoft.com/office/2006/metadata/properties" ma:root="true" ma:fieldsID="eb2a9b142ef9091f5a4368ac9c0fb649" ns2:_="">
    <xsd:import namespace="96dbead7-d16a-43bc-a776-137044d31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dbead7-d16a-43bc-a776-137044d31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3C06F6-E5A3-4FC4-A618-9FCAE1F19695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96dbead7-d16a-43bc-a776-137044d31fe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850B5B-A38F-417A-B5A9-8B80314864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FE3674-D189-4C15-8994-B60CD8B63551}">
  <ds:schemaRefs>
    <ds:schemaRef ds:uri="96dbead7-d16a-43bc-a776-137044d31f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2639</TotalTime>
  <Words>630</Words>
  <Application>Microsoft Office PowerPoint</Application>
  <PresentationFormat>Breedbeeld</PresentationFormat>
  <Paragraphs>152</Paragraphs>
  <Slides>19</Slides>
  <Notes>17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7" baseType="lpstr">
      <vt:lpstr>Arial</vt:lpstr>
      <vt:lpstr>Barlow</vt:lpstr>
      <vt:lpstr>Barlow Condensed</vt:lpstr>
      <vt:lpstr>Barlow Condensed Medium</vt:lpstr>
      <vt:lpstr>Barlow Light</vt:lpstr>
      <vt:lpstr>Calibri</vt:lpstr>
      <vt:lpstr>Roboto</vt:lpstr>
      <vt:lpstr>Office Theme</vt:lpstr>
      <vt:lpstr>PowerPoint-presentatie</vt:lpstr>
      <vt:lpstr>PowerPoint-presentatie</vt:lpstr>
      <vt:lpstr>OUR CLIENTS</vt:lpstr>
      <vt:lpstr>What is MapStore?</vt:lpstr>
      <vt:lpstr>MapStore</vt:lpstr>
      <vt:lpstr>MapStore@DMOW</vt:lpstr>
      <vt:lpstr>Department of Mobility and Public Works  (DMOW)</vt:lpstr>
      <vt:lpstr>MapStore@DMOW</vt:lpstr>
      <vt:lpstr>DMOW GIS Viewer</vt:lpstr>
      <vt:lpstr>Case: Shared soft mobility</vt:lpstr>
      <vt:lpstr>Demo: Shared soft mobility</vt:lpstr>
      <vt:lpstr>Case: Intelligent Traffic Lights</vt:lpstr>
      <vt:lpstr>Demo: Intelligent Traffic Lights</vt:lpstr>
      <vt:lpstr>Sidenote: Dutch translations </vt:lpstr>
      <vt:lpstr>Sidenote: Authentication </vt:lpstr>
      <vt:lpstr>Case: PhotoViewer extension</vt:lpstr>
      <vt:lpstr>Demo: PhotoViewer extension</vt:lpstr>
      <vt:lpstr>Case: Geostory bicycle infrastructure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Anke Dekort</dc:creator>
  <cp:lastModifiedBy>Yanko Godaert</cp:lastModifiedBy>
  <cp:revision>7</cp:revision>
  <dcterms:created xsi:type="dcterms:W3CDTF">2021-09-09T12:12:37Z</dcterms:created>
  <dcterms:modified xsi:type="dcterms:W3CDTF">2025-09-22T16:01:33Z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0x0101003D8D5E065B0C874FA12038D9E16AF6C4</vt:lpwstr>
  </property>
  <property fmtid="{D5CDD505-2E9C-101B-9397-08002B2CF9AE}" pid="3" name="MSIP_Label_0b05dac5-6c78-46d5-b8a9-0625b988751a_Enabled">
    <vt:lpwstr>False</vt:lpwstr>
  </property>
  <property fmtid="{D5CDD505-2E9C-101B-9397-08002B2CF9AE}" pid="4" name="MSIP_Label_0b05dac5-6c78-46d5-b8a9-0625b988751a_SiteId">
    <vt:lpwstr>37cd273a-1cec-4aae-a297-41480ea54f8d</vt:lpwstr>
  </property>
  <property fmtid="{D5CDD505-2E9C-101B-9397-08002B2CF9AE}" pid="5" name="MSIP_Label_0b05dac5-6c78-46d5-b8a9-0625b988751a_Owner">
    <vt:lpwstr>SIDGYAN@sidmar.be</vt:lpwstr>
  </property>
  <property fmtid="{D5CDD505-2E9C-101B-9397-08002B2CF9AE}" pid="6" name="MSIP_Label_0b05dac5-6c78-46d5-b8a9-0625b988751a_SetDate">
    <vt:lpwstr>2022-02-22T10:40:37.6797405+01:00</vt:lpwstr>
  </property>
  <property fmtid="{D5CDD505-2E9C-101B-9397-08002B2CF9AE}" pid="7" name="MSIP_Label_0b05dac5-6c78-46d5-b8a9-0625b988751a_Name">
    <vt:lpwstr>Internal Use</vt:lpwstr>
  </property>
  <property fmtid="{D5CDD505-2E9C-101B-9397-08002B2CF9AE}" pid="8" name="MSIP_Label_0b05dac5-6c78-46d5-b8a9-0625b988751a_Application">
    <vt:lpwstr>Microsoft Azure Information Protection</vt:lpwstr>
  </property>
  <property fmtid="{D5CDD505-2E9C-101B-9397-08002B2CF9AE}" pid="9" name="MSIP_Label_0b05dac5-6c78-46d5-b8a9-0625b988751a_Extended_MSFT_Method">
    <vt:lpwstr>Manual</vt:lpwstr>
  </property>
  <property fmtid="{D5CDD505-2E9C-101B-9397-08002B2CF9AE}" pid="10" name="Sensitivity">
    <vt:lpwstr/>
  </property>
</Properties>
</file>